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317" r:id="rId5"/>
    <p:sldId id="307" r:id="rId6"/>
    <p:sldId id="308" r:id="rId7"/>
    <p:sldId id="278" r:id="rId8"/>
    <p:sldId id="309" r:id="rId9"/>
    <p:sldId id="263" r:id="rId10"/>
    <p:sldId id="310" r:id="rId11"/>
    <p:sldId id="311" r:id="rId12"/>
    <p:sldId id="312" r:id="rId13"/>
    <p:sldId id="316" r:id="rId14"/>
    <p:sldId id="314" r:id="rId15"/>
    <p:sldId id="315" r:id="rId16"/>
    <p:sldId id="318" r:id="rId17"/>
    <p:sldId id="319" r:id="rId18"/>
    <p:sldId id="30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405" autoAdjust="0"/>
  </p:normalViewPr>
  <p:slideViewPr>
    <p:cSldViewPr snapToGrid="0">
      <p:cViewPr varScale="1">
        <p:scale>
          <a:sx n="79" d="100"/>
          <a:sy n="79" d="100"/>
        </p:scale>
        <p:origin x="188" y="60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dia jhamat" userId="42ed516b8f9fddd0" providerId="LiveId" clId="{69B875D1-C281-44C6-B3DD-DBC8A82BB539}"/>
    <pc:docChg chg="undo custSel addSld modSld sldOrd">
      <pc:chgData name="hadia jhamat" userId="42ed516b8f9fddd0" providerId="LiveId" clId="{69B875D1-C281-44C6-B3DD-DBC8A82BB539}" dt="2026-09-24T20:49:58.616" v="869" actId="1076"/>
      <pc:docMkLst>
        <pc:docMk/>
      </pc:docMkLst>
      <pc:sldChg chg="addSp delSp modSp mod">
        <pc:chgData name="hadia jhamat" userId="42ed516b8f9fddd0" providerId="LiveId" clId="{69B875D1-C281-44C6-B3DD-DBC8A82BB539}" dt="2026-09-24T20:07:25.640" v="465" actId="1076"/>
        <pc:sldMkLst>
          <pc:docMk/>
          <pc:sldMk cId="1096717490" sldId="263"/>
        </pc:sldMkLst>
        <pc:spChg chg="add del mod">
          <ac:chgData name="hadia jhamat" userId="42ed516b8f9fddd0" providerId="LiveId" clId="{69B875D1-C281-44C6-B3DD-DBC8A82BB539}" dt="2026-09-24T20:03:05.629" v="421" actId="478"/>
          <ac:spMkLst>
            <pc:docMk/>
            <pc:sldMk cId="1096717490" sldId="263"/>
            <ac:spMk id="3" creationId="{28745449-20A2-F30D-B663-004FCCBE4A0E}"/>
          </ac:spMkLst>
        </pc:spChg>
        <pc:spChg chg="add del mod">
          <ac:chgData name="hadia jhamat" userId="42ed516b8f9fddd0" providerId="LiveId" clId="{69B875D1-C281-44C6-B3DD-DBC8A82BB539}" dt="2026-09-24T20:03:05.629" v="421" actId="478"/>
          <ac:spMkLst>
            <pc:docMk/>
            <pc:sldMk cId="1096717490" sldId="263"/>
            <ac:spMk id="5" creationId="{FD3C0891-B682-D2E0-8068-4255AFED428D}"/>
          </ac:spMkLst>
        </pc:spChg>
        <pc:spChg chg="add mod">
          <ac:chgData name="hadia jhamat" userId="42ed516b8f9fddd0" providerId="LiveId" clId="{69B875D1-C281-44C6-B3DD-DBC8A82BB539}" dt="2026-09-24T20:05:08.968" v="440" actId="14100"/>
          <ac:spMkLst>
            <pc:docMk/>
            <pc:sldMk cId="1096717490" sldId="263"/>
            <ac:spMk id="7" creationId="{35E2A347-51DE-7C35-A7B1-B37970985C6D}"/>
          </ac:spMkLst>
        </pc:spChg>
        <pc:spChg chg="del">
          <ac:chgData name="hadia jhamat" userId="42ed516b8f9fddd0" providerId="LiveId" clId="{69B875D1-C281-44C6-B3DD-DBC8A82BB539}" dt="2026-09-24T20:03:03.702" v="420" actId="478"/>
          <ac:spMkLst>
            <pc:docMk/>
            <pc:sldMk cId="1096717490" sldId="263"/>
            <ac:spMk id="11" creationId="{2A3D95EF-8A67-7F71-37EF-9EB02511B163}"/>
          </ac:spMkLst>
        </pc:spChg>
        <pc:spChg chg="add mod">
          <ac:chgData name="hadia jhamat" userId="42ed516b8f9fddd0" providerId="LiveId" clId="{69B875D1-C281-44C6-B3DD-DBC8A82BB539}" dt="2026-09-24T20:06:43.794" v="458" actId="14100"/>
          <ac:spMkLst>
            <pc:docMk/>
            <pc:sldMk cId="1096717490" sldId="263"/>
            <ac:spMk id="12" creationId="{31A25056-117A-F78A-60B5-5878D66305D5}"/>
          </ac:spMkLst>
        </pc:spChg>
        <pc:spChg chg="del">
          <ac:chgData name="hadia jhamat" userId="42ed516b8f9fddd0" providerId="LiveId" clId="{69B875D1-C281-44C6-B3DD-DBC8A82BB539}" dt="2026-09-24T20:03:03.702" v="420" actId="478"/>
          <ac:spMkLst>
            <pc:docMk/>
            <pc:sldMk cId="1096717490" sldId="263"/>
            <ac:spMk id="15" creationId="{C7846849-DC0A-EE3B-2E5E-D669EC1273D6}"/>
          </ac:spMkLst>
        </pc:spChg>
        <pc:picChg chg="add mod">
          <ac:chgData name="hadia jhamat" userId="42ed516b8f9fddd0" providerId="LiveId" clId="{69B875D1-C281-44C6-B3DD-DBC8A82BB539}" dt="2026-09-24T20:05:19.212" v="444" actId="1076"/>
          <ac:picMkLst>
            <pc:docMk/>
            <pc:sldMk cId="1096717490" sldId="263"/>
            <ac:picMk id="9" creationId="{757EC1C7-0A32-169D-C523-85AB8DCC165F}"/>
          </ac:picMkLst>
        </pc:picChg>
        <pc:picChg chg="add mod">
          <ac:chgData name="hadia jhamat" userId="42ed516b8f9fddd0" providerId="LiveId" clId="{69B875D1-C281-44C6-B3DD-DBC8A82BB539}" dt="2026-09-24T20:07:25.640" v="465" actId="1076"/>
          <ac:picMkLst>
            <pc:docMk/>
            <pc:sldMk cId="1096717490" sldId="263"/>
            <ac:picMk id="14" creationId="{AB91773D-D0C4-45E2-F2EA-B26B7FF5C80C}"/>
          </ac:picMkLst>
        </pc:picChg>
      </pc:sldChg>
      <pc:sldChg chg="addSp delSp modSp mod">
        <pc:chgData name="hadia jhamat" userId="42ed516b8f9fddd0" providerId="LiveId" clId="{69B875D1-C281-44C6-B3DD-DBC8A82BB539}" dt="2026-09-24T20:49:58.616" v="869" actId="1076"/>
        <pc:sldMkLst>
          <pc:docMk/>
          <pc:sldMk cId="520000563" sldId="278"/>
        </pc:sldMkLst>
        <pc:spChg chg="del mod">
          <ac:chgData name="hadia jhamat" userId="42ed516b8f9fddd0" providerId="LiveId" clId="{69B875D1-C281-44C6-B3DD-DBC8A82BB539}" dt="2026-09-24T19:53:18.056" v="340" actId="478"/>
          <ac:spMkLst>
            <pc:docMk/>
            <pc:sldMk cId="520000563" sldId="278"/>
            <ac:spMk id="3" creationId="{61377AF6-2477-81EC-D1BC-43FD72DF18F6}"/>
          </ac:spMkLst>
        </pc:spChg>
        <pc:spChg chg="add del mod">
          <ac:chgData name="hadia jhamat" userId="42ed516b8f9fddd0" providerId="LiveId" clId="{69B875D1-C281-44C6-B3DD-DBC8A82BB539}" dt="2026-09-24T19:53:19.436" v="341" actId="478"/>
          <ac:spMkLst>
            <pc:docMk/>
            <pc:sldMk cId="520000563" sldId="278"/>
            <ac:spMk id="5" creationId="{D779A29C-1A0A-390E-2443-DA28670A263D}"/>
          </ac:spMkLst>
        </pc:spChg>
        <pc:spChg chg="add del mod">
          <ac:chgData name="hadia jhamat" userId="42ed516b8f9fddd0" providerId="LiveId" clId="{69B875D1-C281-44C6-B3DD-DBC8A82BB539}" dt="2026-09-24T19:53:24.441" v="343" actId="478"/>
          <ac:spMkLst>
            <pc:docMk/>
            <pc:sldMk cId="520000563" sldId="278"/>
            <ac:spMk id="7" creationId="{1F8846BA-15B4-F10E-31D4-82E230FBE167}"/>
          </ac:spMkLst>
        </pc:spChg>
        <pc:spChg chg="add del mod">
          <ac:chgData name="hadia jhamat" userId="42ed516b8f9fddd0" providerId="LiveId" clId="{69B875D1-C281-44C6-B3DD-DBC8A82BB539}" dt="2026-09-24T19:53:28.221" v="345" actId="478"/>
          <ac:spMkLst>
            <pc:docMk/>
            <pc:sldMk cId="520000563" sldId="278"/>
            <ac:spMk id="9" creationId="{75A81646-496A-674E-24D0-0A51471CDAA9}"/>
          </ac:spMkLst>
        </pc:spChg>
        <pc:spChg chg="del">
          <ac:chgData name="hadia jhamat" userId="42ed516b8f9fddd0" providerId="LiveId" clId="{69B875D1-C281-44C6-B3DD-DBC8A82BB539}" dt="2026-09-24T19:53:22.946" v="342" actId="478"/>
          <ac:spMkLst>
            <pc:docMk/>
            <pc:sldMk cId="520000563" sldId="278"/>
            <ac:spMk id="11" creationId="{000EBDF4-3413-FCF9-2E25-9A254A61F23E}"/>
          </ac:spMkLst>
        </pc:spChg>
        <pc:spChg chg="add mod">
          <ac:chgData name="hadia jhamat" userId="42ed516b8f9fddd0" providerId="LiveId" clId="{69B875D1-C281-44C6-B3DD-DBC8A82BB539}" dt="2026-09-24T19:56:48.130" v="384" actId="1076"/>
          <ac:spMkLst>
            <pc:docMk/>
            <pc:sldMk cId="520000563" sldId="278"/>
            <ac:spMk id="12" creationId="{0975C37B-1AB7-45F8-1710-5982FDEC7B6C}"/>
          </ac:spMkLst>
        </pc:spChg>
        <pc:spChg chg="add mod">
          <ac:chgData name="hadia jhamat" userId="42ed516b8f9fddd0" providerId="LiveId" clId="{69B875D1-C281-44C6-B3DD-DBC8A82BB539}" dt="2026-09-24T19:54:55.583" v="360" actId="1076"/>
          <ac:spMkLst>
            <pc:docMk/>
            <pc:sldMk cId="520000563" sldId="278"/>
            <ac:spMk id="14" creationId="{1690E4B7-F849-4C65-7847-A87E6FCA113D}"/>
          </ac:spMkLst>
        </pc:spChg>
        <pc:picChg chg="del">
          <ac:chgData name="hadia jhamat" userId="42ed516b8f9fddd0" providerId="LiveId" clId="{69B875D1-C281-44C6-B3DD-DBC8A82BB539}" dt="2026-09-24T19:53:26.201" v="344" actId="478"/>
          <ac:picMkLst>
            <pc:docMk/>
            <pc:sldMk cId="520000563" sldId="278"/>
            <ac:picMk id="4" creationId="{0DEBEDD0-2C97-CD36-23CF-99F082806824}"/>
          </ac:picMkLst>
        </pc:picChg>
        <pc:picChg chg="add mod">
          <ac:chgData name="hadia jhamat" userId="42ed516b8f9fddd0" providerId="LiveId" clId="{69B875D1-C281-44C6-B3DD-DBC8A82BB539}" dt="2026-09-24T20:49:58.616" v="869" actId="1076"/>
          <ac:picMkLst>
            <pc:docMk/>
            <pc:sldMk cId="520000563" sldId="278"/>
            <ac:picMk id="16" creationId="{F63A9459-20A7-F1BF-1EC2-DCF1968E0D12}"/>
          </ac:picMkLst>
        </pc:picChg>
      </pc:sldChg>
      <pc:sldChg chg="addSp delSp modSp mod ord">
        <pc:chgData name="hadia jhamat" userId="42ed516b8f9fddd0" providerId="LiveId" clId="{69B875D1-C281-44C6-B3DD-DBC8A82BB539}" dt="2026-09-24T20:44:01.138" v="855" actId="1076"/>
        <pc:sldMkLst>
          <pc:docMk/>
          <pc:sldMk cId="2188828507" sldId="304"/>
        </pc:sldMkLst>
        <pc:spChg chg="add del mod">
          <ac:chgData name="hadia jhamat" userId="42ed516b8f9fddd0" providerId="LiveId" clId="{69B875D1-C281-44C6-B3DD-DBC8A82BB539}" dt="2026-09-24T20:43:54.473" v="854" actId="478"/>
          <ac:spMkLst>
            <pc:docMk/>
            <pc:sldMk cId="2188828507" sldId="304"/>
            <ac:spMk id="3" creationId="{25E5097C-9054-032D-8F2A-949622F98539}"/>
          </ac:spMkLst>
        </pc:spChg>
        <pc:spChg chg="mod">
          <ac:chgData name="hadia jhamat" userId="42ed516b8f9fddd0" providerId="LiveId" clId="{69B875D1-C281-44C6-B3DD-DBC8A82BB539}" dt="2026-09-24T20:44:01.138" v="855" actId="1076"/>
          <ac:spMkLst>
            <pc:docMk/>
            <pc:sldMk cId="2188828507" sldId="304"/>
            <ac:spMk id="6" creationId="{D5DC0028-4150-0F89-E59C-F563C67F6CFD}"/>
          </ac:spMkLst>
        </pc:spChg>
        <pc:spChg chg="del">
          <ac:chgData name="hadia jhamat" userId="42ed516b8f9fddd0" providerId="LiveId" clId="{69B875D1-C281-44C6-B3DD-DBC8A82BB539}" dt="2026-09-24T20:43:52.483" v="853" actId="478"/>
          <ac:spMkLst>
            <pc:docMk/>
            <pc:sldMk cId="2188828507" sldId="304"/>
            <ac:spMk id="11" creationId="{C6DCC38C-603B-CCD0-2914-0BBCD4F4F74E}"/>
          </ac:spMkLst>
        </pc:spChg>
      </pc:sldChg>
      <pc:sldChg chg="addSp delSp modSp mod">
        <pc:chgData name="hadia jhamat" userId="42ed516b8f9fddd0" providerId="LiveId" clId="{69B875D1-C281-44C6-B3DD-DBC8A82BB539}" dt="2026-09-24T19:52:26.574" v="338" actId="1076"/>
        <pc:sldMkLst>
          <pc:docMk/>
          <pc:sldMk cId="586478555" sldId="307"/>
        </pc:sldMkLst>
        <pc:spChg chg="del">
          <ac:chgData name="hadia jhamat" userId="42ed516b8f9fddd0" providerId="LiveId" clId="{69B875D1-C281-44C6-B3DD-DBC8A82BB539}" dt="2026-09-24T19:36:02.551" v="118" actId="478"/>
          <ac:spMkLst>
            <pc:docMk/>
            <pc:sldMk cId="586478555" sldId="307"/>
            <ac:spMk id="2" creationId="{C3F46C7B-D29F-368C-FEEC-CDFA125F8E5C}"/>
          </ac:spMkLst>
        </pc:spChg>
        <pc:spChg chg="add del mod">
          <ac:chgData name="hadia jhamat" userId="42ed516b8f9fddd0" providerId="LiveId" clId="{69B875D1-C281-44C6-B3DD-DBC8A82BB539}" dt="2026-09-24T19:35:58.741" v="117" actId="478"/>
          <ac:spMkLst>
            <pc:docMk/>
            <pc:sldMk cId="586478555" sldId="307"/>
            <ac:spMk id="4" creationId="{01F5791A-39F4-DCAF-31B0-EC0E16549099}"/>
          </ac:spMkLst>
        </pc:spChg>
        <pc:spChg chg="add del mod">
          <ac:chgData name="hadia jhamat" userId="42ed516b8f9fddd0" providerId="LiveId" clId="{69B875D1-C281-44C6-B3DD-DBC8A82BB539}" dt="2026-09-24T19:36:04.721" v="119" actId="478"/>
          <ac:spMkLst>
            <pc:docMk/>
            <pc:sldMk cId="586478555" sldId="307"/>
            <ac:spMk id="7" creationId="{89B5EDFA-E244-D0AF-02B8-6671A77D149A}"/>
          </ac:spMkLst>
        </pc:spChg>
        <pc:spChg chg="add mod">
          <ac:chgData name="hadia jhamat" userId="42ed516b8f9fddd0" providerId="LiveId" clId="{69B875D1-C281-44C6-B3DD-DBC8A82BB539}" dt="2026-09-24T19:37:11.609" v="132" actId="207"/>
          <ac:spMkLst>
            <pc:docMk/>
            <pc:sldMk cId="586478555" sldId="307"/>
            <ac:spMk id="9" creationId="{99DEE013-A910-D03A-B099-93045E278A5C}"/>
          </ac:spMkLst>
        </pc:spChg>
        <pc:spChg chg="add mod">
          <ac:chgData name="hadia jhamat" userId="42ed516b8f9fddd0" providerId="LiveId" clId="{69B875D1-C281-44C6-B3DD-DBC8A82BB539}" dt="2026-09-24T19:42:51.786" v="213" actId="1076"/>
          <ac:spMkLst>
            <pc:docMk/>
            <pc:sldMk cId="586478555" sldId="307"/>
            <ac:spMk id="11" creationId="{77A1C8BA-12AA-548C-B3AA-8C212357E590}"/>
          </ac:spMkLst>
        </pc:spChg>
        <pc:spChg chg="add mod">
          <ac:chgData name="hadia jhamat" userId="42ed516b8f9fddd0" providerId="LiveId" clId="{69B875D1-C281-44C6-B3DD-DBC8A82BB539}" dt="2026-09-24T19:43:01.529" v="215" actId="2710"/>
          <ac:spMkLst>
            <pc:docMk/>
            <pc:sldMk cId="586478555" sldId="307"/>
            <ac:spMk id="15" creationId="{504BD1E4-CD9C-D9BD-32E4-275245F40EE2}"/>
          </ac:spMkLst>
        </pc:spChg>
        <pc:graphicFrameChg chg="del">
          <ac:chgData name="hadia jhamat" userId="42ed516b8f9fddd0" providerId="LiveId" clId="{69B875D1-C281-44C6-B3DD-DBC8A82BB539}" dt="2026-09-24T19:35:55.901" v="116" actId="478"/>
          <ac:graphicFrameMkLst>
            <pc:docMk/>
            <pc:sldMk cId="586478555" sldId="307"/>
            <ac:graphicFrameMk id="6" creationId="{0D6FB95E-6987-A57C-3663-3FD6F6FAC24E}"/>
          </ac:graphicFrameMkLst>
        </pc:graphicFrameChg>
        <pc:picChg chg="add mod">
          <ac:chgData name="hadia jhamat" userId="42ed516b8f9fddd0" providerId="LiveId" clId="{69B875D1-C281-44C6-B3DD-DBC8A82BB539}" dt="2026-09-24T19:52:26.574" v="338" actId="1076"/>
          <ac:picMkLst>
            <pc:docMk/>
            <pc:sldMk cId="586478555" sldId="307"/>
            <ac:picMk id="13" creationId="{95CC5424-AB20-6BD3-94B2-45147AAD3F0A}"/>
          </ac:picMkLst>
        </pc:picChg>
        <pc:picChg chg="add mod">
          <ac:chgData name="hadia jhamat" userId="42ed516b8f9fddd0" providerId="LiveId" clId="{69B875D1-C281-44C6-B3DD-DBC8A82BB539}" dt="2026-09-24T19:52:22.264" v="337" actId="1076"/>
          <ac:picMkLst>
            <pc:docMk/>
            <pc:sldMk cId="586478555" sldId="307"/>
            <ac:picMk id="17" creationId="{E6CBDEA6-8D94-0D8F-DB1A-EE387F0D2CDF}"/>
          </ac:picMkLst>
        </pc:picChg>
      </pc:sldChg>
      <pc:sldChg chg="addSp delSp modSp mod">
        <pc:chgData name="hadia jhamat" userId="42ed516b8f9fddd0" providerId="LiveId" clId="{69B875D1-C281-44C6-B3DD-DBC8A82BB539}" dt="2026-09-24T19:50:42.969" v="329" actId="1076"/>
        <pc:sldMkLst>
          <pc:docMk/>
          <pc:sldMk cId="2222324472" sldId="308"/>
        </pc:sldMkLst>
        <pc:spChg chg="del mod">
          <ac:chgData name="hadia jhamat" userId="42ed516b8f9fddd0" providerId="LiveId" clId="{69B875D1-C281-44C6-B3DD-DBC8A82BB539}" dt="2026-09-24T19:44:11.059" v="227" actId="478"/>
          <ac:spMkLst>
            <pc:docMk/>
            <pc:sldMk cId="2222324472" sldId="308"/>
            <ac:spMk id="2" creationId="{2403EE45-3924-5A20-4FDE-7EA6BBEBD06F}"/>
          </ac:spMkLst>
        </pc:spChg>
        <pc:spChg chg="add del mod">
          <ac:chgData name="hadia jhamat" userId="42ed516b8f9fddd0" providerId="LiveId" clId="{69B875D1-C281-44C6-B3DD-DBC8A82BB539}" dt="2026-09-24T19:44:05.087" v="224" actId="478"/>
          <ac:spMkLst>
            <pc:docMk/>
            <pc:sldMk cId="2222324472" sldId="308"/>
            <ac:spMk id="4" creationId="{7E73A9B1-F8BC-8E07-8D14-912969DE5238}"/>
          </ac:spMkLst>
        </pc:spChg>
        <pc:spChg chg="add del mod">
          <ac:chgData name="hadia jhamat" userId="42ed516b8f9fddd0" providerId="LiveId" clId="{69B875D1-C281-44C6-B3DD-DBC8A82BB539}" dt="2026-09-24T19:44:12.498" v="228" actId="478"/>
          <ac:spMkLst>
            <pc:docMk/>
            <pc:sldMk cId="2222324472" sldId="308"/>
            <ac:spMk id="6" creationId="{49087544-9908-F6E1-1336-60D7AB753D66}"/>
          </ac:spMkLst>
        </pc:spChg>
        <pc:spChg chg="add mod">
          <ac:chgData name="hadia jhamat" userId="42ed516b8f9fddd0" providerId="LiveId" clId="{69B875D1-C281-44C6-B3DD-DBC8A82BB539}" dt="2026-09-24T19:46:10.657" v="260" actId="207"/>
          <ac:spMkLst>
            <pc:docMk/>
            <pc:sldMk cId="2222324472" sldId="308"/>
            <ac:spMk id="9" creationId="{83C1D54F-D43A-AE14-7EF8-EA9CB3053BC3}"/>
          </ac:spMkLst>
        </pc:spChg>
        <pc:spChg chg="add mod">
          <ac:chgData name="hadia jhamat" userId="42ed516b8f9fddd0" providerId="LiveId" clId="{69B875D1-C281-44C6-B3DD-DBC8A82BB539}" dt="2026-09-24T19:48:32.641" v="310" actId="14100"/>
          <ac:spMkLst>
            <pc:docMk/>
            <pc:sldMk cId="2222324472" sldId="308"/>
            <ac:spMk id="11" creationId="{02F512E8-6ABB-CA3B-8915-8652DAD44EF0}"/>
          </ac:spMkLst>
        </pc:spChg>
        <pc:spChg chg="add mod">
          <ac:chgData name="hadia jhamat" userId="42ed516b8f9fddd0" providerId="LiveId" clId="{69B875D1-C281-44C6-B3DD-DBC8A82BB539}" dt="2026-09-24T19:49:05.660" v="315" actId="2711"/>
          <ac:spMkLst>
            <pc:docMk/>
            <pc:sldMk cId="2222324472" sldId="308"/>
            <ac:spMk id="15" creationId="{38F5231A-647D-FDDA-8452-73277522B9FB}"/>
          </ac:spMkLst>
        </pc:spChg>
        <pc:spChg chg="add mod">
          <ac:chgData name="hadia jhamat" userId="42ed516b8f9fddd0" providerId="LiveId" clId="{69B875D1-C281-44C6-B3DD-DBC8A82BB539}" dt="2026-09-24T19:50:42.969" v="329" actId="1076"/>
          <ac:spMkLst>
            <pc:docMk/>
            <pc:sldMk cId="2222324472" sldId="308"/>
            <ac:spMk id="19" creationId="{EFCA6DB4-1015-38E3-68DB-0E4169E92C67}"/>
          </ac:spMkLst>
        </pc:spChg>
        <pc:picChg chg="del">
          <ac:chgData name="hadia jhamat" userId="42ed516b8f9fddd0" providerId="LiveId" clId="{69B875D1-C281-44C6-B3DD-DBC8A82BB539}" dt="2026-09-24T19:44:02.191" v="223" actId="478"/>
          <ac:picMkLst>
            <pc:docMk/>
            <pc:sldMk cId="2222324472" sldId="308"/>
            <ac:picMk id="8" creationId="{FFD2BD9F-962D-9BA5-14BE-C9CD52FEF9C7}"/>
          </ac:picMkLst>
        </pc:picChg>
        <pc:picChg chg="add mod">
          <ac:chgData name="hadia jhamat" userId="42ed516b8f9fddd0" providerId="LiveId" clId="{69B875D1-C281-44C6-B3DD-DBC8A82BB539}" dt="2026-09-24T19:48:36.487" v="311" actId="1076"/>
          <ac:picMkLst>
            <pc:docMk/>
            <pc:sldMk cId="2222324472" sldId="308"/>
            <ac:picMk id="13" creationId="{AF819025-7B6E-A631-C252-93A451AC893D}"/>
          </ac:picMkLst>
        </pc:picChg>
        <pc:picChg chg="add mod">
          <ac:chgData name="hadia jhamat" userId="42ed516b8f9fddd0" providerId="LiveId" clId="{69B875D1-C281-44C6-B3DD-DBC8A82BB539}" dt="2026-09-24T19:50:08.066" v="322" actId="14100"/>
          <ac:picMkLst>
            <pc:docMk/>
            <pc:sldMk cId="2222324472" sldId="308"/>
            <ac:picMk id="17" creationId="{FD090BC9-AABC-A3B2-ABBB-FBBB7D858B78}"/>
          </ac:picMkLst>
        </pc:picChg>
      </pc:sldChg>
      <pc:sldChg chg="addSp delSp modSp mod">
        <pc:chgData name="hadia jhamat" userId="42ed516b8f9fddd0" providerId="LiveId" clId="{69B875D1-C281-44C6-B3DD-DBC8A82BB539}" dt="2026-09-24T20:49:46.591" v="865" actId="1076"/>
        <pc:sldMkLst>
          <pc:docMk/>
          <pc:sldMk cId="1966913227" sldId="309"/>
        </pc:sldMkLst>
        <pc:spChg chg="del">
          <ac:chgData name="hadia jhamat" userId="42ed516b8f9fddd0" providerId="LiveId" clId="{69B875D1-C281-44C6-B3DD-DBC8A82BB539}" dt="2026-09-24T19:57:17.979" v="385" actId="478"/>
          <ac:spMkLst>
            <pc:docMk/>
            <pc:sldMk cId="1966913227" sldId="309"/>
            <ac:spMk id="3" creationId="{50CD348E-9357-0442-4555-AF6B4AFE34B6}"/>
          </ac:spMkLst>
        </pc:spChg>
        <pc:spChg chg="add del mod">
          <ac:chgData name="hadia jhamat" userId="42ed516b8f9fddd0" providerId="LiveId" clId="{69B875D1-C281-44C6-B3DD-DBC8A82BB539}" dt="2026-09-24T19:57:20.029" v="386" actId="478"/>
          <ac:spMkLst>
            <pc:docMk/>
            <pc:sldMk cId="1966913227" sldId="309"/>
            <ac:spMk id="4" creationId="{07923AB7-94DE-5E2F-1564-ADEAA5B30C80}"/>
          </ac:spMkLst>
        </pc:spChg>
        <pc:spChg chg="add del mod">
          <ac:chgData name="hadia jhamat" userId="42ed516b8f9fddd0" providerId="LiveId" clId="{69B875D1-C281-44C6-B3DD-DBC8A82BB539}" dt="2026-09-24T19:57:20.029" v="386" actId="478"/>
          <ac:spMkLst>
            <pc:docMk/>
            <pc:sldMk cId="1966913227" sldId="309"/>
            <ac:spMk id="6" creationId="{6C90E0FC-9495-5A1D-266F-3B8BC4F85B06}"/>
          </ac:spMkLst>
        </pc:spChg>
        <pc:spChg chg="del">
          <ac:chgData name="hadia jhamat" userId="42ed516b8f9fddd0" providerId="LiveId" clId="{69B875D1-C281-44C6-B3DD-DBC8A82BB539}" dt="2026-09-24T19:57:17.979" v="385" actId="478"/>
          <ac:spMkLst>
            <pc:docMk/>
            <pc:sldMk cId="1966913227" sldId="309"/>
            <ac:spMk id="8" creationId="{BCFDA37B-399A-B9F0-7A7D-2A891EB7FFA6}"/>
          </ac:spMkLst>
        </pc:spChg>
        <pc:spChg chg="add mod">
          <ac:chgData name="hadia jhamat" userId="42ed516b8f9fddd0" providerId="LiveId" clId="{69B875D1-C281-44C6-B3DD-DBC8A82BB539}" dt="2026-09-24T19:58:07.156" v="398" actId="1076"/>
          <ac:spMkLst>
            <pc:docMk/>
            <pc:sldMk cId="1966913227" sldId="309"/>
            <ac:spMk id="9" creationId="{79B641CC-FCE1-BB34-93EE-3B87293FE819}"/>
          </ac:spMkLst>
        </pc:spChg>
        <pc:spChg chg="add mod">
          <ac:chgData name="hadia jhamat" userId="42ed516b8f9fddd0" providerId="LiveId" clId="{69B875D1-C281-44C6-B3DD-DBC8A82BB539}" dt="2026-09-24T19:59:12.689" v="419" actId="20577"/>
          <ac:spMkLst>
            <pc:docMk/>
            <pc:sldMk cId="1966913227" sldId="309"/>
            <ac:spMk id="11" creationId="{0FEB329D-C4F8-4214-06CB-23318A703D46}"/>
          </ac:spMkLst>
        </pc:spChg>
        <pc:spChg chg="del">
          <ac:chgData name="hadia jhamat" userId="42ed516b8f9fddd0" providerId="LiveId" clId="{69B875D1-C281-44C6-B3DD-DBC8A82BB539}" dt="2026-09-24T19:57:17.979" v="385" actId="478"/>
          <ac:spMkLst>
            <pc:docMk/>
            <pc:sldMk cId="1966913227" sldId="309"/>
            <ac:spMk id="19" creationId="{A7BE12AD-D808-BDE0-3EB8-5BC50B1D8474}"/>
          </ac:spMkLst>
        </pc:spChg>
        <pc:picChg chg="add mod">
          <ac:chgData name="hadia jhamat" userId="42ed516b8f9fddd0" providerId="LiveId" clId="{69B875D1-C281-44C6-B3DD-DBC8A82BB539}" dt="2026-09-24T20:49:46.591" v="865" actId="1076"/>
          <ac:picMkLst>
            <pc:docMk/>
            <pc:sldMk cId="1966913227" sldId="309"/>
            <ac:picMk id="13" creationId="{14851569-62B9-2FEC-D68B-6A36E2781D29}"/>
          </ac:picMkLst>
        </pc:picChg>
      </pc:sldChg>
      <pc:sldChg chg="addSp delSp modSp mod">
        <pc:chgData name="hadia jhamat" userId="42ed516b8f9fddd0" providerId="LiveId" clId="{69B875D1-C281-44C6-B3DD-DBC8A82BB539}" dt="2026-09-24T20:10:59.447" v="492" actId="20577"/>
        <pc:sldMkLst>
          <pc:docMk/>
          <pc:sldMk cId="4230106960" sldId="310"/>
        </pc:sldMkLst>
        <pc:spChg chg="del">
          <ac:chgData name="hadia jhamat" userId="42ed516b8f9fddd0" providerId="LiveId" clId="{69B875D1-C281-44C6-B3DD-DBC8A82BB539}" dt="2026-09-24T20:07:56.022" v="466" actId="478"/>
          <ac:spMkLst>
            <pc:docMk/>
            <pc:sldMk cId="4230106960" sldId="310"/>
            <ac:spMk id="2" creationId="{F35BAC3D-60A1-816B-5C79-2E8B6D9806E9}"/>
          </ac:spMkLst>
        </pc:spChg>
        <pc:spChg chg="add del mod">
          <ac:chgData name="hadia jhamat" userId="42ed516b8f9fddd0" providerId="LiveId" clId="{69B875D1-C281-44C6-B3DD-DBC8A82BB539}" dt="2026-09-24T20:07:57.910" v="467" actId="478"/>
          <ac:spMkLst>
            <pc:docMk/>
            <pc:sldMk cId="4230106960" sldId="310"/>
            <ac:spMk id="4" creationId="{918307C8-8A79-85C2-916E-DBACDB876E85}"/>
          </ac:spMkLst>
        </pc:spChg>
        <pc:spChg chg="add del mod">
          <ac:chgData name="hadia jhamat" userId="42ed516b8f9fddd0" providerId="LiveId" clId="{69B875D1-C281-44C6-B3DD-DBC8A82BB539}" dt="2026-09-24T20:07:57.910" v="467" actId="478"/>
          <ac:spMkLst>
            <pc:docMk/>
            <pc:sldMk cId="4230106960" sldId="310"/>
            <ac:spMk id="6" creationId="{3E356EC3-8ABA-61DB-15EF-FC8335979F4D}"/>
          </ac:spMkLst>
        </pc:spChg>
        <pc:spChg chg="add del mod">
          <ac:chgData name="hadia jhamat" userId="42ed516b8f9fddd0" providerId="LiveId" clId="{69B875D1-C281-44C6-B3DD-DBC8A82BB539}" dt="2026-09-24T20:07:57.910" v="467" actId="478"/>
          <ac:spMkLst>
            <pc:docMk/>
            <pc:sldMk cId="4230106960" sldId="310"/>
            <ac:spMk id="8" creationId="{B3BCE977-80F1-6182-01F5-17A35CBA53E8}"/>
          </ac:spMkLst>
        </pc:spChg>
        <pc:spChg chg="add mod">
          <ac:chgData name="hadia jhamat" userId="42ed516b8f9fddd0" providerId="LiveId" clId="{69B875D1-C281-44C6-B3DD-DBC8A82BB539}" dt="2026-09-24T20:08:54.435" v="475" actId="14100"/>
          <ac:spMkLst>
            <pc:docMk/>
            <pc:sldMk cId="4230106960" sldId="310"/>
            <ac:spMk id="10" creationId="{E4C25A6F-5874-3582-9AB9-92E4720C3019}"/>
          </ac:spMkLst>
        </pc:spChg>
        <pc:spChg chg="del">
          <ac:chgData name="hadia jhamat" userId="42ed516b8f9fddd0" providerId="LiveId" clId="{69B875D1-C281-44C6-B3DD-DBC8A82BB539}" dt="2026-09-24T20:07:56.022" v="466" actId="478"/>
          <ac:spMkLst>
            <pc:docMk/>
            <pc:sldMk cId="4230106960" sldId="310"/>
            <ac:spMk id="11" creationId="{949404F1-8E94-7D3D-71E2-A1A4B7CBCB4A}"/>
          </ac:spMkLst>
        </pc:spChg>
        <pc:spChg chg="del">
          <ac:chgData name="hadia jhamat" userId="42ed516b8f9fddd0" providerId="LiveId" clId="{69B875D1-C281-44C6-B3DD-DBC8A82BB539}" dt="2026-09-24T20:07:56.022" v="466" actId="478"/>
          <ac:spMkLst>
            <pc:docMk/>
            <pc:sldMk cId="4230106960" sldId="310"/>
            <ac:spMk id="14" creationId="{F4A3718F-D67C-255A-4B64-BA379609FCD0}"/>
          </ac:spMkLst>
        </pc:spChg>
        <pc:spChg chg="add mod">
          <ac:chgData name="hadia jhamat" userId="42ed516b8f9fddd0" providerId="LiveId" clId="{69B875D1-C281-44C6-B3DD-DBC8A82BB539}" dt="2026-09-24T20:10:59.447" v="492" actId="20577"/>
          <ac:spMkLst>
            <pc:docMk/>
            <pc:sldMk cId="4230106960" sldId="310"/>
            <ac:spMk id="16" creationId="{13BFB529-CDB8-8AC2-3E60-6AE9F528DD72}"/>
          </ac:spMkLst>
        </pc:spChg>
        <pc:spChg chg="del">
          <ac:chgData name="hadia jhamat" userId="42ed516b8f9fddd0" providerId="LiveId" clId="{69B875D1-C281-44C6-B3DD-DBC8A82BB539}" dt="2026-09-24T20:07:56.022" v="466" actId="478"/>
          <ac:spMkLst>
            <pc:docMk/>
            <pc:sldMk cId="4230106960" sldId="310"/>
            <ac:spMk id="17" creationId="{2F3CEF66-C6D7-C765-24E7-1DCFB38FE51A}"/>
          </ac:spMkLst>
        </pc:spChg>
        <pc:picChg chg="add mod">
          <ac:chgData name="hadia jhamat" userId="42ed516b8f9fddd0" providerId="LiveId" clId="{69B875D1-C281-44C6-B3DD-DBC8A82BB539}" dt="2026-09-24T20:09:31.236" v="479" actId="14100"/>
          <ac:picMkLst>
            <pc:docMk/>
            <pc:sldMk cId="4230106960" sldId="310"/>
            <ac:picMk id="13" creationId="{692F8423-8178-22F4-AF4E-898E3F499A3A}"/>
          </ac:picMkLst>
        </pc:picChg>
      </pc:sldChg>
      <pc:sldChg chg="addSp delSp modSp mod">
        <pc:chgData name="hadia jhamat" userId="42ed516b8f9fddd0" providerId="LiveId" clId="{69B875D1-C281-44C6-B3DD-DBC8A82BB539}" dt="2026-09-24T20:13:43.733" v="529" actId="20577"/>
        <pc:sldMkLst>
          <pc:docMk/>
          <pc:sldMk cId="3748348926" sldId="311"/>
        </pc:sldMkLst>
        <pc:spChg chg="add del mod">
          <ac:chgData name="hadia jhamat" userId="42ed516b8f9fddd0" providerId="LiveId" clId="{69B875D1-C281-44C6-B3DD-DBC8A82BB539}" dt="2026-09-24T20:11:51.729" v="494" actId="478"/>
          <ac:spMkLst>
            <pc:docMk/>
            <pc:sldMk cId="3748348926" sldId="311"/>
            <ac:spMk id="3" creationId="{F318A454-3013-66C8-A45A-4F6C586D19F2}"/>
          </ac:spMkLst>
        </pc:spChg>
        <pc:spChg chg="del">
          <ac:chgData name="hadia jhamat" userId="42ed516b8f9fddd0" providerId="LiveId" clId="{69B875D1-C281-44C6-B3DD-DBC8A82BB539}" dt="2026-09-24T20:11:49.751" v="493" actId="478"/>
          <ac:spMkLst>
            <pc:docMk/>
            <pc:sldMk cId="3748348926" sldId="311"/>
            <ac:spMk id="5" creationId="{AF012FDC-7484-2B3B-E496-144348256B81}"/>
          </ac:spMkLst>
        </pc:spChg>
        <pc:spChg chg="add del mod">
          <ac:chgData name="hadia jhamat" userId="42ed516b8f9fddd0" providerId="LiveId" clId="{69B875D1-C281-44C6-B3DD-DBC8A82BB539}" dt="2026-09-24T20:11:51.729" v="494" actId="478"/>
          <ac:spMkLst>
            <pc:docMk/>
            <pc:sldMk cId="3748348926" sldId="311"/>
            <ac:spMk id="6" creationId="{7E840759-5989-EFC9-5CC0-5F6B11BB3BFC}"/>
          </ac:spMkLst>
        </pc:spChg>
        <pc:spChg chg="add del mod">
          <ac:chgData name="hadia jhamat" userId="42ed516b8f9fddd0" providerId="LiveId" clId="{69B875D1-C281-44C6-B3DD-DBC8A82BB539}" dt="2026-09-24T20:11:51.729" v="494" actId="478"/>
          <ac:spMkLst>
            <pc:docMk/>
            <pc:sldMk cId="3748348926" sldId="311"/>
            <ac:spMk id="8" creationId="{A68D8873-1CF0-F507-4F47-C00C5BD06909}"/>
          </ac:spMkLst>
        </pc:spChg>
        <pc:spChg chg="add mod">
          <ac:chgData name="hadia jhamat" userId="42ed516b8f9fddd0" providerId="LiveId" clId="{69B875D1-C281-44C6-B3DD-DBC8A82BB539}" dt="2026-09-24T20:13:43.733" v="529" actId="20577"/>
          <ac:spMkLst>
            <pc:docMk/>
            <pc:sldMk cId="3748348926" sldId="311"/>
            <ac:spMk id="10" creationId="{1531987B-F86B-BFE1-D5A7-6D671C649E84}"/>
          </ac:spMkLst>
        </pc:spChg>
        <pc:spChg chg="del">
          <ac:chgData name="hadia jhamat" userId="42ed516b8f9fddd0" providerId="LiveId" clId="{69B875D1-C281-44C6-B3DD-DBC8A82BB539}" dt="2026-09-24T20:11:49.751" v="493" actId="478"/>
          <ac:spMkLst>
            <pc:docMk/>
            <pc:sldMk cId="3748348926" sldId="311"/>
            <ac:spMk id="11" creationId="{7A49C0DA-C8AE-5ECC-149A-D60ECFF8C1EB}"/>
          </ac:spMkLst>
        </pc:spChg>
        <pc:spChg chg="del">
          <ac:chgData name="hadia jhamat" userId="42ed516b8f9fddd0" providerId="LiveId" clId="{69B875D1-C281-44C6-B3DD-DBC8A82BB539}" dt="2026-09-24T20:11:49.751" v="493" actId="478"/>
          <ac:spMkLst>
            <pc:docMk/>
            <pc:sldMk cId="3748348926" sldId="311"/>
            <ac:spMk id="12" creationId="{C6F2BA06-39BD-0413-D150-70F75EA6CC38}"/>
          </ac:spMkLst>
        </pc:spChg>
        <pc:spChg chg="add mod">
          <ac:chgData name="hadia jhamat" userId="42ed516b8f9fddd0" providerId="LiveId" clId="{69B875D1-C281-44C6-B3DD-DBC8A82BB539}" dt="2026-09-24T20:13:37.403" v="515" actId="14100"/>
          <ac:spMkLst>
            <pc:docMk/>
            <pc:sldMk cId="3748348926" sldId="311"/>
            <ac:spMk id="14" creationId="{4FA55D5F-4207-0618-C559-EDE9F3623197}"/>
          </ac:spMkLst>
        </pc:spChg>
        <pc:spChg chg="del">
          <ac:chgData name="hadia jhamat" userId="42ed516b8f9fddd0" providerId="LiveId" clId="{69B875D1-C281-44C6-B3DD-DBC8A82BB539}" dt="2026-09-24T20:11:49.751" v="493" actId="478"/>
          <ac:spMkLst>
            <pc:docMk/>
            <pc:sldMk cId="3748348926" sldId="311"/>
            <ac:spMk id="25" creationId="{7798761A-B671-4825-623F-F4726F2BDF28}"/>
          </ac:spMkLst>
        </pc:spChg>
      </pc:sldChg>
      <pc:sldChg chg="addSp delSp modSp mod">
        <pc:chgData name="hadia jhamat" userId="42ed516b8f9fddd0" providerId="LiveId" clId="{69B875D1-C281-44C6-B3DD-DBC8A82BB539}" dt="2026-09-24T20:23:59.639" v="643" actId="2711"/>
        <pc:sldMkLst>
          <pc:docMk/>
          <pc:sldMk cId="859909800" sldId="312"/>
        </pc:sldMkLst>
        <pc:spChg chg="del">
          <ac:chgData name="hadia jhamat" userId="42ed516b8f9fddd0" providerId="LiveId" clId="{69B875D1-C281-44C6-B3DD-DBC8A82BB539}" dt="2026-09-24T20:14:23.416" v="530" actId="478"/>
          <ac:spMkLst>
            <pc:docMk/>
            <pc:sldMk cId="859909800" sldId="312"/>
            <ac:spMk id="3" creationId="{DE597F60-88E2-C430-D52B-6604405AD55C}"/>
          </ac:spMkLst>
        </pc:spChg>
        <pc:spChg chg="add del mod">
          <ac:chgData name="hadia jhamat" userId="42ed516b8f9fddd0" providerId="LiveId" clId="{69B875D1-C281-44C6-B3DD-DBC8A82BB539}" dt="2026-09-24T20:14:25.751" v="531" actId="478"/>
          <ac:spMkLst>
            <pc:docMk/>
            <pc:sldMk cId="859909800" sldId="312"/>
            <ac:spMk id="4" creationId="{CE84FFEF-496B-6DFD-BB95-F0DC6396EABF}"/>
          </ac:spMkLst>
        </pc:spChg>
        <pc:spChg chg="del">
          <ac:chgData name="hadia jhamat" userId="42ed516b8f9fddd0" providerId="LiveId" clId="{69B875D1-C281-44C6-B3DD-DBC8A82BB539}" dt="2026-09-24T20:14:23.416" v="530" actId="478"/>
          <ac:spMkLst>
            <pc:docMk/>
            <pc:sldMk cId="859909800" sldId="312"/>
            <ac:spMk id="5" creationId="{E95044F7-BD97-2FDE-4E33-A565BCF0EFEC}"/>
          </ac:spMkLst>
        </pc:spChg>
        <pc:spChg chg="add del mod">
          <ac:chgData name="hadia jhamat" userId="42ed516b8f9fddd0" providerId="LiveId" clId="{69B875D1-C281-44C6-B3DD-DBC8A82BB539}" dt="2026-09-24T20:14:25.751" v="531" actId="478"/>
          <ac:spMkLst>
            <pc:docMk/>
            <pc:sldMk cId="859909800" sldId="312"/>
            <ac:spMk id="7" creationId="{2D094128-817C-BAB0-D20C-A33C2F9E9639}"/>
          </ac:spMkLst>
        </pc:spChg>
        <pc:spChg chg="add del mod">
          <ac:chgData name="hadia jhamat" userId="42ed516b8f9fddd0" providerId="LiveId" clId="{69B875D1-C281-44C6-B3DD-DBC8A82BB539}" dt="2026-09-24T20:14:25.751" v="531" actId="478"/>
          <ac:spMkLst>
            <pc:docMk/>
            <pc:sldMk cId="859909800" sldId="312"/>
            <ac:spMk id="9" creationId="{C8EF2878-0774-7652-5892-BA49DDA1E67F}"/>
          </ac:spMkLst>
        </pc:spChg>
        <pc:spChg chg="add del mod">
          <ac:chgData name="hadia jhamat" userId="42ed516b8f9fddd0" providerId="LiveId" clId="{69B875D1-C281-44C6-B3DD-DBC8A82BB539}" dt="2026-09-24T20:15:46.499" v="534" actId="478"/>
          <ac:spMkLst>
            <pc:docMk/>
            <pc:sldMk cId="859909800" sldId="312"/>
            <ac:spMk id="11" creationId="{5091E51D-511D-A65F-2A1F-B9B4C5B9CBAA}"/>
          </ac:spMkLst>
        </pc:spChg>
        <pc:spChg chg="add del mod">
          <ac:chgData name="hadia jhamat" userId="42ed516b8f9fddd0" providerId="LiveId" clId="{69B875D1-C281-44C6-B3DD-DBC8A82BB539}" dt="2026-09-24T20:16:40.857" v="543" actId="478"/>
          <ac:spMkLst>
            <pc:docMk/>
            <pc:sldMk cId="859909800" sldId="312"/>
            <ac:spMk id="14" creationId="{1AAAE1CB-8DF8-EB43-2C39-9B079FC87B54}"/>
          </ac:spMkLst>
        </pc:spChg>
        <pc:spChg chg="add mod">
          <ac:chgData name="hadia jhamat" userId="42ed516b8f9fddd0" providerId="LiveId" clId="{69B875D1-C281-44C6-B3DD-DBC8A82BB539}" dt="2026-09-24T20:20:22.392" v="572" actId="1076"/>
          <ac:spMkLst>
            <pc:docMk/>
            <pc:sldMk cId="859909800" sldId="312"/>
            <ac:spMk id="17" creationId="{EB4282D6-7E31-5102-0157-90BEE72FF3C3}"/>
          </ac:spMkLst>
        </pc:spChg>
        <pc:spChg chg="add mod">
          <ac:chgData name="hadia jhamat" userId="42ed516b8f9fddd0" providerId="LiveId" clId="{69B875D1-C281-44C6-B3DD-DBC8A82BB539}" dt="2026-09-24T20:23:20.407" v="636" actId="14100"/>
          <ac:spMkLst>
            <pc:docMk/>
            <pc:sldMk cId="859909800" sldId="312"/>
            <ac:spMk id="19" creationId="{68C1AFA9-6B86-F0E6-2595-B51A396D825C}"/>
          </ac:spMkLst>
        </pc:spChg>
        <pc:spChg chg="add mod">
          <ac:chgData name="hadia jhamat" userId="42ed516b8f9fddd0" providerId="LiveId" clId="{69B875D1-C281-44C6-B3DD-DBC8A82BB539}" dt="2026-09-24T20:23:24.267" v="637" actId="14100"/>
          <ac:spMkLst>
            <pc:docMk/>
            <pc:sldMk cId="859909800" sldId="312"/>
            <ac:spMk id="21" creationId="{86004342-4926-12F5-5005-63924F7DD6CB}"/>
          </ac:spMkLst>
        </pc:spChg>
        <pc:spChg chg="add mod">
          <ac:chgData name="hadia jhamat" userId="42ed516b8f9fddd0" providerId="LiveId" clId="{69B875D1-C281-44C6-B3DD-DBC8A82BB539}" dt="2026-09-24T20:23:08.837" v="635" actId="14100"/>
          <ac:spMkLst>
            <pc:docMk/>
            <pc:sldMk cId="859909800" sldId="312"/>
            <ac:spMk id="23" creationId="{8868E007-E385-44F6-4D66-3E54D7F475E8}"/>
          </ac:spMkLst>
        </pc:spChg>
        <pc:spChg chg="add mod">
          <ac:chgData name="hadia jhamat" userId="42ed516b8f9fddd0" providerId="LiveId" clId="{69B875D1-C281-44C6-B3DD-DBC8A82BB539}" dt="2026-09-24T20:23:46.288" v="641" actId="113"/>
          <ac:spMkLst>
            <pc:docMk/>
            <pc:sldMk cId="859909800" sldId="312"/>
            <ac:spMk id="26" creationId="{1A080FD9-1623-5BB0-F84B-91C6FD2F5612}"/>
          </ac:spMkLst>
        </pc:spChg>
        <pc:spChg chg="add mod">
          <ac:chgData name="hadia jhamat" userId="42ed516b8f9fddd0" providerId="LiveId" clId="{69B875D1-C281-44C6-B3DD-DBC8A82BB539}" dt="2026-09-24T20:22:40.212" v="632" actId="207"/>
          <ac:spMkLst>
            <pc:docMk/>
            <pc:sldMk cId="859909800" sldId="312"/>
            <ac:spMk id="28" creationId="{98DEA431-1725-7B96-09AF-80A8C72B9F9B}"/>
          </ac:spMkLst>
        </pc:spChg>
        <pc:graphicFrameChg chg="add del mod modGraphic">
          <ac:chgData name="hadia jhamat" userId="42ed516b8f9fddd0" providerId="LiveId" clId="{69B875D1-C281-44C6-B3DD-DBC8A82BB539}" dt="2026-09-24T20:16:43.168" v="544" actId="478"/>
          <ac:graphicFrameMkLst>
            <pc:docMk/>
            <pc:sldMk cId="859909800" sldId="312"/>
            <ac:graphicFrameMk id="12" creationId="{DD4504F8-26A7-A7AC-4A4D-5D1376421AA9}"/>
          </ac:graphicFrameMkLst>
        </pc:graphicFrameChg>
        <pc:graphicFrameChg chg="add mod modGraphic">
          <ac:chgData name="hadia jhamat" userId="42ed516b8f9fddd0" providerId="LiveId" clId="{69B875D1-C281-44C6-B3DD-DBC8A82BB539}" dt="2026-09-24T20:23:59.639" v="643" actId="2711"/>
          <ac:graphicFrameMkLst>
            <pc:docMk/>
            <pc:sldMk cId="859909800" sldId="312"/>
            <ac:graphicFrameMk id="24" creationId="{3E7C75FD-8CA4-C22E-411B-64EB5E36240A}"/>
          </ac:graphicFrameMkLst>
        </pc:graphicFrameChg>
        <pc:picChg chg="del">
          <ac:chgData name="hadia jhamat" userId="42ed516b8f9fddd0" providerId="LiveId" clId="{69B875D1-C281-44C6-B3DD-DBC8A82BB539}" dt="2026-09-24T20:14:23.416" v="530" actId="478"/>
          <ac:picMkLst>
            <pc:docMk/>
            <pc:sldMk cId="859909800" sldId="312"/>
            <ac:picMk id="15" creationId="{48869757-F643-C013-26AA-3DDE95080099}"/>
          </ac:picMkLst>
        </pc:picChg>
      </pc:sldChg>
      <pc:sldChg chg="addSp delSp modSp mod">
        <pc:chgData name="hadia jhamat" userId="42ed516b8f9fddd0" providerId="LiveId" clId="{69B875D1-C281-44C6-B3DD-DBC8A82BB539}" dt="2026-09-24T20:32:50.157" v="735" actId="1076"/>
        <pc:sldMkLst>
          <pc:docMk/>
          <pc:sldMk cId="4132147533" sldId="314"/>
        </pc:sldMkLst>
        <pc:spChg chg="del">
          <ac:chgData name="hadia jhamat" userId="42ed516b8f9fddd0" providerId="LiveId" clId="{69B875D1-C281-44C6-B3DD-DBC8A82BB539}" dt="2026-09-24T20:25:38.254" v="653" actId="478"/>
          <ac:spMkLst>
            <pc:docMk/>
            <pc:sldMk cId="4132147533" sldId="314"/>
            <ac:spMk id="3" creationId="{DA4B0F3C-5228-C9FB-1212-1D4894C80B46}"/>
          </ac:spMkLst>
        </pc:spChg>
        <pc:spChg chg="del">
          <ac:chgData name="hadia jhamat" userId="42ed516b8f9fddd0" providerId="LiveId" clId="{69B875D1-C281-44C6-B3DD-DBC8A82BB539}" dt="2026-09-24T20:25:38.254" v="653" actId="478"/>
          <ac:spMkLst>
            <pc:docMk/>
            <pc:sldMk cId="4132147533" sldId="314"/>
            <ac:spMk id="4" creationId="{AE59500A-4B75-29F9-CE37-C3E13D6A566A}"/>
          </ac:spMkLst>
        </pc:spChg>
        <pc:spChg chg="del">
          <ac:chgData name="hadia jhamat" userId="42ed516b8f9fddd0" providerId="LiveId" clId="{69B875D1-C281-44C6-B3DD-DBC8A82BB539}" dt="2026-09-24T20:25:38.254" v="653" actId="478"/>
          <ac:spMkLst>
            <pc:docMk/>
            <pc:sldMk cId="4132147533" sldId="314"/>
            <ac:spMk id="5" creationId="{7DA9EE9E-3073-7E11-3AA5-F77C3B48A97F}"/>
          </ac:spMkLst>
        </pc:spChg>
        <pc:spChg chg="add del mod">
          <ac:chgData name="hadia jhamat" userId="42ed516b8f9fddd0" providerId="LiveId" clId="{69B875D1-C281-44C6-B3DD-DBC8A82BB539}" dt="2026-09-24T20:25:40.028" v="654" actId="478"/>
          <ac:spMkLst>
            <pc:docMk/>
            <pc:sldMk cId="4132147533" sldId="314"/>
            <ac:spMk id="6" creationId="{758B184A-95BD-E836-A630-B25DBD361A27}"/>
          </ac:spMkLst>
        </pc:spChg>
        <pc:spChg chg="add del mod">
          <ac:chgData name="hadia jhamat" userId="42ed516b8f9fddd0" providerId="LiveId" clId="{69B875D1-C281-44C6-B3DD-DBC8A82BB539}" dt="2026-09-24T20:25:40.028" v="654" actId="478"/>
          <ac:spMkLst>
            <pc:docMk/>
            <pc:sldMk cId="4132147533" sldId="314"/>
            <ac:spMk id="8" creationId="{660FA956-A0C9-0D2E-87BF-443C008327E1}"/>
          </ac:spMkLst>
        </pc:spChg>
        <pc:spChg chg="del">
          <ac:chgData name="hadia jhamat" userId="42ed516b8f9fddd0" providerId="LiveId" clId="{69B875D1-C281-44C6-B3DD-DBC8A82BB539}" dt="2026-09-24T20:25:38.254" v="653" actId="478"/>
          <ac:spMkLst>
            <pc:docMk/>
            <pc:sldMk cId="4132147533" sldId="314"/>
            <ac:spMk id="9" creationId="{EB33A77B-664F-FFD3-D61A-0D344C269A12}"/>
          </ac:spMkLst>
        </pc:spChg>
        <pc:spChg chg="add del mod">
          <ac:chgData name="hadia jhamat" userId="42ed516b8f9fddd0" providerId="LiveId" clId="{69B875D1-C281-44C6-B3DD-DBC8A82BB539}" dt="2026-09-24T20:25:40.028" v="654" actId="478"/>
          <ac:spMkLst>
            <pc:docMk/>
            <pc:sldMk cId="4132147533" sldId="314"/>
            <ac:spMk id="11" creationId="{240ED654-8EE0-93BF-BA97-00DBFACCAA9C}"/>
          </ac:spMkLst>
        </pc:spChg>
        <pc:spChg chg="add mod">
          <ac:chgData name="hadia jhamat" userId="42ed516b8f9fddd0" providerId="LiveId" clId="{69B875D1-C281-44C6-B3DD-DBC8A82BB539}" dt="2026-09-24T20:28:59.276" v="686" actId="2710"/>
          <ac:spMkLst>
            <pc:docMk/>
            <pc:sldMk cId="4132147533" sldId="314"/>
            <ac:spMk id="13" creationId="{3BC5E855-EAA1-89ED-A131-48E4B9F64294}"/>
          </ac:spMkLst>
        </pc:spChg>
        <pc:spChg chg="add mod">
          <ac:chgData name="hadia jhamat" userId="42ed516b8f9fddd0" providerId="LiveId" clId="{69B875D1-C281-44C6-B3DD-DBC8A82BB539}" dt="2026-09-24T20:29:09.996" v="688" actId="1076"/>
          <ac:spMkLst>
            <pc:docMk/>
            <pc:sldMk cId="4132147533" sldId="314"/>
            <ac:spMk id="15" creationId="{63AB635A-4E43-44FD-D6FD-BB49D2D3AB2E}"/>
          </ac:spMkLst>
        </pc:spChg>
        <pc:spChg chg="add del mod">
          <ac:chgData name="hadia jhamat" userId="42ed516b8f9fddd0" providerId="LiveId" clId="{69B875D1-C281-44C6-B3DD-DBC8A82BB539}" dt="2026-09-24T20:28:38.465" v="680" actId="478"/>
          <ac:spMkLst>
            <pc:docMk/>
            <pc:sldMk cId="4132147533" sldId="314"/>
            <ac:spMk id="17" creationId="{B1912905-7F34-7C5A-76F6-66A1DF068F06}"/>
          </ac:spMkLst>
        </pc:spChg>
        <pc:spChg chg="add mod">
          <ac:chgData name="hadia jhamat" userId="42ed516b8f9fddd0" providerId="LiveId" clId="{69B875D1-C281-44C6-B3DD-DBC8A82BB539}" dt="2026-09-24T20:30:59.906" v="706" actId="1076"/>
          <ac:spMkLst>
            <pc:docMk/>
            <pc:sldMk cId="4132147533" sldId="314"/>
            <ac:spMk id="21" creationId="{C7A3E684-A9A7-CFE6-3040-C5D2FF16ED1B}"/>
          </ac:spMkLst>
        </pc:spChg>
        <pc:spChg chg="add mod">
          <ac:chgData name="hadia jhamat" userId="42ed516b8f9fddd0" providerId="LiveId" clId="{69B875D1-C281-44C6-B3DD-DBC8A82BB539}" dt="2026-09-24T20:32:50.157" v="735" actId="1076"/>
          <ac:spMkLst>
            <pc:docMk/>
            <pc:sldMk cId="4132147533" sldId="314"/>
            <ac:spMk id="24" creationId="{37A13469-05C8-6F7A-E6F4-0C04AC52CE43}"/>
          </ac:spMkLst>
        </pc:spChg>
        <pc:graphicFrameChg chg="add mod modGraphic">
          <ac:chgData name="hadia jhamat" userId="42ed516b8f9fddd0" providerId="LiveId" clId="{69B875D1-C281-44C6-B3DD-DBC8A82BB539}" dt="2026-09-24T20:30:53.396" v="705" actId="1076"/>
          <ac:graphicFrameMkLst>
            <pc:docMk/>
            <pc:sldMk cId="4132147533" sldId="314"/>
            <ac:graphicFrameMk id="22" creationId="{FCE2D784-FF66-404A-30A7-DD62DD4624D5}"/>
          </ac:graphicFrameMkLst>
        </pc:graphicFrameChg>
        <pc:picChg chg="add mod">
          <ac:chgData name="hadia jhamat" userId="42ed516b8f9fddd0" providerId="LiveId" clId="{69B875D1-C281-44C6-B3DD-DBC8A82BB539}" dt="2026-09-24T20:29:13.256" v="689" actId="1076"/>
          <ac:picMkLst>
            <pc:docMk/>
            <pc:sldMk cId="4132147533" sldId="314"/>
            <ac:picMk id="19" creationId="{17347E46-6BB6-86FF-CB93-0BAE86601C63}"/>
          </ac:picMkLst>
        </pc:picChg>
      </pc:sldChg>
      <pc:sldChg chg="addSp delSp modSp mod">
        <pc:chgData name="hadia jhamat" userId="42ed516b8f9fddd0" providerId="LiveId" clId="{69B875D1-C281-44C6-B3DD-DBC8A82BB539}" dt="2026-09-24T20:35:14.844" v="767" actId="2711"/>
        <pc:sldMkLst>
          <pc:docMk/>
          <pc:sldMk cId="3064996118" sldId="315"/>
        </pc:sldMkLst>
        <pc:spChg chg="add del mod">
          <ac:chgData name="hadia jhamat" userId="42ed516b8f9fddd0" providerId="LiveId" clId="{69B875D1-C281-44C6-B3DD-DBC8A82BB539}" dt="2026-09-24T20:33:22.564" v="737" actId="478"/>
          <ac:spMkLst>
            <pc:docMk/>
            <pc:sldMk cId="3064996118" sldId="315"/>
            <ac:spMk id="3" creationId="{1CE61C85-5CA6-1095-9845-7EDA4BACFA1E}"/>
          </ac:spMkLst>
        </pc:spChg>
        <pc:spChg chg="del">
          <ac:chgData name="hadia jhamat" userId="42ed516b8f9fddd0" providerId="LiveId" clId="{69B875D1-C281-44C6-B3DD-DBC8A82BB539}" dt="2026-09-24T20:33:20.834" v="736" actId="478"/>
          <ac:spMkLst>
            <pc:docMk/>
            <pc:sldMk cId="3064996118" sldId="315"/>
            <ac:spMk id="4" creationId="{1D2469ED-926E-7CEE-5AF2-BF9AC726D015}"/>
          </ac:spMkLst>
        </pc:spChg>
        <pc:spChg chg="add del mod">
          <ac:chgData name="hadia jhamat" userId="42ed516b8f9fddd0" providerId="LiveId" clId="{69B875D1-C281-44C6-B3DD-DBC8A82BB539}" dt="2026-09-24T20:33:22.564" v="737" actId="478"/>
          <ac:spMkLst>
            <pc:docMk/>
            <pc:sldMk cId="3064996118" sldId="315"/>
            <ac:spMk id="6" creationId="{2C9B9201-095C-EE10-370A-0F293600D1D1}"/>
          </ac:spMkLst>
        </pc:spChg>
        <pc:spChg chg="del">
          <ac:chgData name="hadia jhamat" userId="42ed516b8f9fddd0" providerId="LiveId" clId="{69B875D1-C281-44C6-B3DD-DBC8A82BB539}" dt="2026-09-24T20:33:20.834" v="736" actId="478"/>
          <ac:spMkLst>
            <pc:docMk/>
            <pc:sldMk cId="3064996118" sldId="315"/>
            <ac:spMk id="10" creationId="{4E4F88F8-17E5-45E3-77B1-77FACD99FF63}"/>
          </ac:spMkLst>
        </pc:spChg>
        <pc:spChg chg="add mod">
          <ac:chgData name="hadia jhamat" userId="42ed516b8f9fddd0" providerId="LiveId" clId="{69B875D1-C281-44C6-B3DD-DBC8A82BB539}" dt="2026-09-24T20:34:39.318" v="760" actId="255"/>
          <ac:spMkLst>
            <pc:docMk/>
            <pc:sldMk cId="3064996118" sldId="315"/>
            <ac:spMk id="11" creationId="{C18C5015-447F-09D7-A602-601984679311}"/>
          </ac:spMkLst>
        </pc:spChg>
        <pc:spChg chg="add mod">
          <ac:chgData name="hadia jhamat" userId="42ed516b8f9fddd0" providerId="LiveId" clId="{69B875D1-C281-44C6-B3DD-DBC8A82BB539}" dt="2026-09-24T20:34:42.798" v="761" actId="1076"/>
          <ac:spMkLst>
            <pc:docMk/>
            <pc:sldMk cId="3064996118" sldId="315"/>
            <ac:spMk id="13" creationId="{3BDFFCEA-EF37-42F6-AC35-D3AB9F54655E}"/>
          </ac:spMkLst>
        </pc:spChg>
        <pc:graphicFrameChg chg="add mod modGraphic">
          <ac:chgData name="hadia jhamat" userId="42ed516b8f9fddd0" providerId="LiveId" clId="{69B875D1-C281-44C6-B3DD-DBC8A82BB539}" dt="2026-09-24T20:35:14.844" v="767" actId="2711"/>
          <ac:graphicFrameMkLst>
            <pc:docMk/>
            <pc:sldMk cId="3064996118" sldId="315"/>
            <ac:graphicFrameMk id="7" creationId="{C3F757E6-B67B-7C0E-881C-8CFEC36C21AD}"/>
          </ac:graphicFrameMkLst>
        </pc:graphicFrameChg>
        <pc:graphicFrameChg chg="del">
          <ac:chgData name="hadia jhamat" userId="42ed516b8f9fddd0" providerId="LiveId" clId="{69B875D1-C281-44C6-B3DD-DBC8A82BB539}" dt="2026-09-24T20:33:20.834" v="736" actId="478"/>
          <ac:graphicFrameMkLst>
            <pc:docMk/>
            <pc:sldMk cId="3064996118" sldId="315"/>
            <ac:graphicFrameMk id="8" creationId="{5B6855E3-2188-20C8-4DD6-E45BC792C983}"/>
          </ac:graphicFrameMkLst>
        </pc:graphicFrameChg>
      </pc:sldChg>
      <pc:sldChg chg="addSp delSp modSp mod">
        <pc:chgData name="hadia jhamat" userId="42ed516b8f9fddd0" providerId="LiveId" clId="{69B875D1-C281-44C6-B3DD-DBC8A82BB539}" dt="2026-09-24T20:25:02.895" v="652" actId="255"/>
        <pc:sldMkLst>
          <pc:docMk/>
          <pc:sldMk cId="537809529" sldId="316"/>
        </pc:sldMkLst>
        <pc:spChg chg="del">
          <ac:chgData name="hadia jhamat" userId="42ed516b8f9fddd0" providerId="LiveId" clId="{69B875D1-C281-44C6-B3DD-DBC8A82BB539}" dt="2026-09-24T20:24:23.150" v="644" actId="478"/>
          <ac:spMkLst>
            <pc:docMk/>
            <pc:sldMk cId="537809529" sldId="316"/>
            <ac:spMk id="3" creationId="{CF3ADB94-FC21-07C5-1FC9-E729C5DEDFC6}"/>
          </ac:spMkLst>
        </pc:spChg>
        <pc:spChg chg="add del mod">
          <ac:chgData name="hadia jhamat" userId="42ed516b8f9fddd0" providerId="LiveId" clId="{69B875D1-C281-44C6-B3DD-DBC8A82BB539}" dt="2026-09-24T20:24:25.270" v="645" actId="478"/>
          <ac:spMkLst>
            <pc:docMk/>
            <pc:sldMk cId="537809529" sldId="316"/>
            <ac:spMk id="4" creationId="{E632C9AB-3075-440C-7FA3-C5B937A4D921}"/>
          </ac:spMkLst>
        </pc:spChg>
        <pc:spChg chg="del">
          <ac:chgData name="hadia jhamat" userId="42ed516b8f9fddd0" providerId="LiveId" clId="{69B875D1-C281-44C6-B3DD-DBC8A82BB539}" dt="2026-09-24T20:24:23.150" v="644" actId="478"/>
          <ac:spMkLst>
            <pc:docMk/>
            <pc:sldMk cId="537809529" sldId="316"/>
            <ac:spMk id="5" creationId="{7F576313-F1C8-57CB-82F6-54BC07D3B9F4}"/>
          </ac:spMkLst>
        </pc:spChg>
        <pc:spChg chg="add del mod">
          <ac:chgData name="hadia jhamat" userId="42ed516b8f9fddd0" providerId="LiveId" clId="{69B875D1-C281-44C6-B3DD-DBC8A82BB539}" dt="2026-09-24T20:24:25.270" v="645" actId="478"/>
          <ac:spMkLst>
            <pc:docMk/>
            <pc:sldMk cId="537809529" sldId="316"/>
            <ac:spMk id="8" creationId="{2A431B3C-F0A7-7F3A-2A71-CC7E8C1990FA}"/>
          </ac:spMkLst>
        </pc:spChg>
        <pc:spChg chg="add del mod">
          <ac:chgData name="hadia jhamat" userId="42ed516b8f9fddd0" providerId="LiveId" clId="{69B875D1-C281-44C6-B3DD-DBC8A82BB539}" dt="2026-09-24T20:24:25.270" v="645" actId="478"/>
          <ac:spMkLst>
            <pc:docMk/>
            <pc:sldMk cId="537809529" sldId="316"/>
            <ac:spMk id="10" creationId="{F63E89A3-F42D-5DDF-40D9-870328907E1C}"/>
          </ac:spMkLst>
        </pc:spChg>
        <pc:spChg chg="add mod">
          <ac:chgData name="hadia jhamat" userId="42ed516b8f9fddd0" providerId="LiveId" clId="{69B875D1-C281-44C6-B3DD-DBC8A82BB539}" dt="2026-09-24T20:25:02.895" v="652" actId="255"/>
          <ac:spMkLst>
            <pc:docMk/>
            <pc:sldMk cId="537809529" sldId="316"/>
            <ac:spMk id="12" creationId="{4BC5A9A0-3047-3A66-9E18-24F95342548F}"/>
          </ac:spMkLst>
        </pc:spChg>
        <pc:spChg chg="del">
          <ac:chgData name="hadia jhamat" userId="42ed516b8f9fddd0" providerId="LiveId" clId="{69B875D1-C281-44C6-B3DD-DBC8A82BB539}" dt="2026-09-24T20:24:23.150" v="644" actId="478"/>
          <ac:spMkLst>
            <pc:docMk/>
            <pc:sldMk cId="537809529" sldId="316"/>
            <ac:spMk id="17" creationId="{96E3FD31-D19A-BFEB-821F-C00103830DC9}"/>
          </ac:spMkLst>
        </pc:spChg>
        <pc:graphicFrameChg chg="del">
          <ac:chgData name="hadia jhamat" userId="42ed516b8f9fddd0" providerId="LiveId" clId="{69B875D1-C281-44C6-B3DD-DBC8A82BB539}" dt="2026-09-24T20:24:23.150" v="644" actId="478"/>
          <ac:graphicFrameMkLst>
            <pc:docMk/>
            <pc:sldMk cId="537809529" sldId="316"/>
            <ac:graphicFrameMk id="6" creationId="{D3F53A55-1F2B-EB7F-3E43-C43170D77989}"/>
          </ac:graphicFrameMkLst>
        </pc:graphicFrameChg>
      </pc:sldChg>
      <pc:sldChg chg="addSp modSp mod">
        <pc:chgData name="hadia jhamat" userId="42ed516b8f9fddd0" providerId="LiveId" clId="{69B875D1-C281-44C6-B3DD-DBC8A82BB539}" dt="2026-09-24T19:34:11.840" v="115" actId="20577"/>
        <pc:sldMkLst>
          <pc:docMk/>
          <pc:sldMk cId="1338167130" sldId="317"/>
        </pc:sldMkLst>
        <pc:spChg chg="add mod">
          <ac:chgData name="hadia jhamat" userId="42ed516b8f9fddd0" providerId="LiveId" clId="{69B875D1-C281-44C6-B3DD-DBC8A82BB539}" dt="2026-09-24T19:34:11.840" v="115" actId="20577"/>
          <ac:spMkLst>
            <pc:docMk/>
            <pc:sldMk cId="1338167130" sldId="317"/>
            <ac:spMk id="2" creationId="{C6EDDB58-BE0B-0FE3-B25B-F4851E380F7D}"/>
          </ac:spMkLst>
        </pc:spChg>
        <pc:spChg chg="mod">
          <ac:chgData name="hadia jhamat" userId="42ed516b8f9fddd0" providerId="LiveId" clId="{69B875D1-C281-44C6-B3DD-DBC8A82BB539}" dt="2026-09-24T19:33:31.236" v="94" actId="122"/>
          <ac:spMkLst>
            <pc:docMk/>
            <pc:sldMk cId="1338167130" sldId="317"/>
            <ac:spMk id="3" creationId="{B45A4A65-E8B8-40CF-7ABD-97EA8FA97521}"/>
          </ac:spMkLst>
        </pc:spChg>
      </pc:sldChg>
      <pc:sldChg chg="addSp delSp modSp add mod">
        <pc:chgData name="hadia jhamat" userId="42ed516b8f9fddd0" providerId="LiveId" clId="{69B875D1-C281-44C6-B3DD-DBC8A82BB539}" dt="2026-09-24T20:40:01.355" v="817" actId="122"/>
        <pc:sldMkLst>
          <pc:docMk/>
          <pc:sldMk cId="1302483654" sldId="318"/>
        </pc:sldMkLst>
        <pc:spChg chg="add mod">
          <ac:chgData name="hadia jhamat" userId="42ed516b8f9fddd0" providerId="LiveId" clId="{69B875D1-C281-44C6-B3DD-DBC8A82BB539}" dt="2026-09-24T20:39:52.703" v="816" actId="1076"/>
          <ac:spMkLst>
            <pc:docMk/>
            <pc:sldMk cId="1302483654" sldId="318"/>
            <ac:spMk id="4" creationId="{1E4A6068-E7BE-72D4-CEF2-7A7BDBD24B7B}"/>
          </ac:spMkLst>
        </pc:spChg>
        <pc:spChg chg="del">
          <ac:chgData name="hadia jhamat" userId="42ed516b8f9fddd0" providerId="LiveId" clId="{69B875D1-C281-44C6-B3DD-DBC8A82BB539}" dt="2026-09-24T20:36:39.254" v="773" actId="478"/>
          <ac:spMkLst>
            <pc:docMk/>
            <pc:sldMk cId="1302483654" sldId="318"/>
            <ac:spMk id="11" creationId="{BF629EF0-6CAF-213E-9408-B38787BD84EF}"/>
          </ac:spMkLst>
        </pc:spChg>
        <pc:spChg chg="del">
          <ac:chgData name="hadia jhamat" userId="42ed516b8f9fddd0" providerId="LiveId" clId="{69B875D1-C281-44C6-B3DD-DBC8A82BB539}" dt="2026-09-24T20:36:39.254" v="773" actId="478"/>
          <ac:spMkLst>
            <pc:docMk/>
            <pc:sldMk cId="1302483654" sldId="318"/>
            <ac:spMk id="13" creationId="{36FC70C5-012D-1E52-A375-7077371F4997}"/>
          </ac:spMkLst>
        </pc:spChg>
        <pc:graphicFrameChg chg="add mod modGraphic">
          <ac:chgData name="hadia jhamat" userId="42ed516b8f9fddd0" providerId="LiveId" clId="{69B875D1-C281-44C6-B3DD-DBC8A82BB539}" dt="2026-09-24T20:40:01.355" v="817" actId="122"/>
          <ac:graphicFrameMkLst>
            <pc:docMk/>
            <pc:sldMk cId="1302483654" sldId="318"/>
            <ac:graphicFrameMk id="2" creationId="{B62D25D0-6B0B-95ED-23F4-D970808A9861}"/>
          </ac:graphicFrameMkLst>
        </pc:graphicFrameChg>
        <pc:graphicFrameChg chg="del modGraphic">
          <ac:chgData name="hadia jhamat" userId="42ed516b8f9fddd0" providerId="LiveId" clId="{69B875D1-C281-44C6-B3DD-DBC8A82BB539}" dt="2026-09-24T20:36:39.254" v="773" actId="478"/>
          <ac:graphicFrameMkLst>
            <pc:docMk/>
            <pc:sldMk cId="1302483654" sldId="318"/>
            <ac:graphicFrameMk id="7" creationId="{CB23C5D1-85DB-40E7-FAC1-27491D7776E0}"/>
          </ac:graphicFrameMkLst>
        </pc:graphicFrameChg>
      </pc:sldChg>
      <pc:sldChg chg="addSp delSp modSp add mod">
        <pc:chgData name="hadia jhamat" userId="42ed516b8f9fddd0" providerId="LiveId" clId="{69B875D1-C281-44C6-B3DD-DBC8A82BB539}" dt="2026-09-24T20:43:42.113" v="852" actId="1076"/>
        <pc:sldMkLst>
          <pc:docMk/>
          <pc:sldMk cId="2480179080" sldId="319"/>
        </pc:sldMkLst>
        <pc:spChg chg="add mod">
          <ac:chgData name="hadia jhamat" userId="42ed516b8f9fddd0" providerId="LiveId" clId="{69B875D1-C281-44C6-B3DD-DBC8A82BB539}" dt="2026-09-24T20:43:34.723" v="851" actId="1076"/>
          <ac:spMkLst>
            <pc:docMk/>
            <pc:sldMk cId="2480179080" sldId="319"/>
            <ac:spMk id="4" creationId="{346AC8A7-D53F-36C9-E7CA-E18FC40DBA5C}"/>
          </ac:spMkLst>
        </pc:spChg>
        <pc:spChg chg="del">
          <ac:chgData name="hadia jhamat" userId="42ed516b8f9fddd0" providerId="LiveId" clId="{69B875D1-C281-44C6-B3DD-DBC8A82BB539}" dt="2026-09-24T20:40:09.782" v="818" actId="478"/>
          <ac:spMkLst>
            <pc:docMk/>
            <pc:sldMk cId="2480179080" sldId="319"/>
            <ac:spMk id="11" creationId="{B70DD96F-707B-CA3F-D4CD-4E8ED8E3B2C9}"/>
          </ac:spMkLst>
        </pc:spChg>
        <pc:spChg chg="del">
          <ac:chgData name="hadia jhamat" userId="42ed516b8f9fddd0" providerId="LiveId" clId="{69B875D1-C281-44C6-B3DD-DBC8A82BB539}" dt="2026-09-24T20:40:09.782" v="818" actId="478"/>
          <ac:spMkLst>
            <pc:docMk/>
            <pc:sldMk cId="2480179080" sldId="319"/>
            <ac:spMk id="13" creationId="{EB6C5172-965F-323D-18AD-E24CE78523A8}"/>
          </ac:spMkLst>
        </pc:spChg>
        <pc:graphicFrameChg chg="add mod modGraphic">
          <ac:chgData name="hadia jhamat" userId="42ed516b8f9fddd0" providerId="LiveId" clId="{69B875D1-C281-44C6-B3DD-DBC8A82BB539}" dt="2026-09-24T20:43:42.113" v="852" actId="1076"/>
          <ac:graphicFrameMkLst>
            <pc:docMk/>
            <pc:sldMk cId="2480179080" sldId="319"/>
            <ac:graphicFrameMk id="2" creationId="{19F1000D-BBB2-058F-B33E-47EB03828791}"/>
          </ac:graphicFrameMkLst>
        </pc:graphicFrameChg>
        <pc:graphicFrameChg chg="del">
          <ac:chgData name="hadia jhamat" userId="42ed516b8f9fddd0" providerId="LiveId" clId="{69B875D1-C281-44C6-B3DD-DBC8A82BB539}" dt="2026-09-24T20:40:09.782" v="818" actId="478"/>
          <ac:graphicFrameMkLst>
            <pc:docMk/>
            <pc:sldMk cId="2480179080" sldId="319"/>
            <ac:graphicFrameMk id="7" creationId="{BEDB6BE0-516D-4A48-35B8-29F2ADFE2688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9/25/2026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9986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327485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EE72C-E15F-37C7-4EEF-8561F3E3D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6616C9-F671-6BE1-5AAF-41C4BF71ED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B721A6-EF02-89E2-7204-014E2CE55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7C521-E447-F83A-D752-9A8429814F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248241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1ACAC-8255-486E-6A4E-51099B959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7C5D8D-34F9-EC3C-797D-F3E9818F1F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D361F9-CB57-DD55-288A-46A35AECD9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BB057F-387C-4485-249C-AD3A0E79CC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992180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231" y="631179"/>
            <a:ext cx="10360152" cy="1133825"/>
          </a:xfrm>
        </p:spPr>
        <p:txBody>
          <a:bodyPr anchor="ctr"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Half &amp; Full Adder / MUX &amp; DEMUX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EDDB58-BE0B-0FE3-B25B-F4851E380F7D}"/>
              </a:ext>
            </a:extLst>
          </p:cNvPr>
          <p:cNvSpPr txBox="1"/>
          <p:nvPr/>
        </p:nvSpPr>
        <p:spPr>
          <a:xfrm>
            <a:off x="3499712" y="2404557"/>
            <a:ext cx="4646427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C-FA25-BCS-C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Members: 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Muffaser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Naeem     FA25-BCS-167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Amna Usman          FA25-BCS-137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Isbah Waheed         FA25-BCS-039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Sabahat Akbar         FA25-BCS-153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Aleeza Mujeeb        FA25-BCS-009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9DEE013-A910-D03A-B099-93045E278A5C}"/>
              </a:ext>
            </a:extLst>
          </p:cNvPr>
          <p:cNvSpPr txBox="1"/>
          <p:nvPr/>
        </p:nvSpPr>
        <p:spPr>
          <a:xfrm>
            <a:off x="629979" y="432022"/>
            <a:ext cx="31020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HALF ADDER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A1C8BA-12AA-548C-B3AA-8C212357E590}"/>
              </a:ext>
            </a:extLst>
          </p:cNvPr>
          <p:cNvSpPr txBox="1"/>
          <p:nvPr/>
        </p:nvSpPr>
        <p:spPr>
          <a:xfrm>
            <a:off x="663206" y="1053205"/>
            <a:ext cx="4952114" cy="295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A Half Adder is a combinational circuit used to add two binary bits.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Inputs: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and B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Outputs: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 and Carry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 Equations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 = A ⊕ B     |     Carry = A · B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CC5424-AB20-6BD3-94B2-45147AAD3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387" y="3641417"/>
            <a:ext cx="6351589" cy="233050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04BD1E4-CD9C-D9BD-32E4-275245F40EE2}"/>
              </a:ext>
            </a:extLst>
          </p:cNvPr>
          <p:cNvSpPr txBox="1"/>
          <p:nvPr/>
        </p:nvSpPr>
        <p:spPr>
          <a:xfrm>
            <a:off x="906396" y="4352295"/>
            <a:ext cx="4918887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1 + 1 = 10₂  →  Sum = 0, Carry = 1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Quick Trick: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HALF = A + B only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6CBDEA6-8D94-0D8F-DB1A-EE387F0D2C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3008" y="432022"/>
            <a:ext cx="4715969" cy="2572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3C1D54F-D43A-AE14-7EF8-EA9CB3053BC3}"/>
              </a:ext>
            </a:extLst>
          </p:cNvPr>
          <p:cNvSpPr txBox="1"/>
          <p:nvPr/>
        </p:nvSpPr>
        <p:spPr>
          <a:xfrm>
            <a:off x="337584" y="516270"/>
            <a:ext cx="60977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ADDER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F512E8-6ABB-CA3B-8915-8652DAD44EF0}"/>
              </a:ext>
            </a:extLst>
          </p:cNvPr>
          <p:cNvSpPr txBox="1"/>
          <p:nvPr/>
        </p:nvSpPr>
        <p:spPr>
          <a:xfrm>
            <a:off x="337584" y="1239268"/>
            <a:ext cx="4638453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 Full Adder adds three binary inputs.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Inputs: A, B and Carry-in (Cin)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Outputs: Sum and Carry-out (Cout)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It can handle the carry coming from a previous addition.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 Equations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Sum = A ⊕ B ⊕ Cin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Cout = AB +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ACin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BCin</a:t>
            </a:r>
            <a:endParaRPr lang="en-US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F819025-7B6E-A631-C252-93A451AC8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196" y="1356226"/>
            <a:ext cx="6463709" cy="198314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8F5231A-647D-FDDA-8452-73277522B9FB}"/>
              </a:ext>
            </a:extLst>
          </p:cNvPr>
          <p:cNvSpPr txBox="1"/>
          <p:nvPr/>
        </p:nvSpPr>
        <p:spPr>
          <a:xfrm>
            <a:off x="5916133" y="3429000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Example: 1 + 1 + 1 = 11₂  →  Sum = 1, Carry-out = 1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D090BC9-AABC-A3B2-ABBB-FBBB7D858B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195" y="4084887"/>
            <a:ext cx="6463709" cy="162479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FCA6DB4-1015-38E3-68DB-0E4169E92C67}"/>
              </a:ext>
            </a:extLst>
          </p:cNvPr>
          <p:cNvSpPr txBox="1"/>
          <p:nvPr/>
        </p:nvSpPr>
        <p:spPr>
          <a:xfrm>
            <a:off x="7142422" y="5811573"/>
            <a:ext cx="4521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= A + B + Previous Carry</a:t>
            </a:r>
          </a:p>
        </p:txBody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975C37B-1AB7-45F8-1710-5982FDEC7B6C}"/>
                  </a:ext>
                </a:extLst>
              </p:cNvPr>
              <p:cNvSpPr txBox="1"/>
              <p:nvPr/>
            </p:nvSpPr>
            <p:spPr>
              <a:xfrm>
                <a:off x="422645" y="859948"/>
                <a:ext cx="6119036" cy="59980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b="1" dirty="0">
                    <a:solidFill>
                      <a:schemeClr val="bg2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 Ripple Carry Adder &amp; Propagation Delay</a:t>
                </a:r>
              </a:p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b="1" dirty="0">
                    <a:solidFill>
                      <a:schemeClr val="bg2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-Bit Binary Parallel Adder:</a:t>
                </a:r>
                <a:endParaRPr lang="en-US" sz="2000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Built by cascading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Full Adders (FA) in series to add two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-bit binary numbers 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carry output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of each FA is wired directly to the carry input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of the next higher stage.</a:t>
                </a:r>
              </a:p>
              <a:p>
                <a:pPr lvl="0">
                  <a:lnSpc>
                    <a:spcPct val="150000"/>
                  </a:lnSpc>
                </a:pPr>
                <a:r>
                  <a:rPr lang="en-US" sz="2000" b="1" dirty="0">
                    <a:solidFill>
                      <a:schemeClr val="bg2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Carry Propagation Bottleneck:</a:t>
                </a:r>
                <a:endParaRPr lang="en-US" sz="2000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bg2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Problem:</a:t>
                </a:r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Sum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cannot settle to its final value until carry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ripples through all preceding stages.</a:t>
                </a: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bg2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Delay Calculation:</a:t>
                </a:r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Each stage adds 2 gate levels of delay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delay =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gate delays.</a:t>
                </a: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bg2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Impact:</a:t>
                </a:r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High bit-widths (e.g., 32-bit / 64-bit adders) severely slow down system clock speeds due to cumulative ripple delay.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975C37B-1AB7-45F8-1710-5982FDEC7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645" y="859948"/>
                <a:ext cx="6119036" cy="5998052"/>
              </a:xfrm>
              <a:prstGeom prst="rect">
                <a:avLst/>
              </a:prstGeom>
              <a:blipFill>
                <a:blip r:embed="rId3"/>
                <a:stretch>
                  <a:fillRect l="-996" b="-7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1690E4B7-F849-4C65-7847-A87E6FCA113D}"/>
              </a:ext>
            </a:extLst>
          </p:cNvPr>
          <p:cNvSpPr txBox="1"/>
          <p:nvPr/>
        </p:nvSpPr>
        <p:spPr>
          <a:xfrm>
            <a:off x="422645" y="277850"/>
            <a:ext cx="93486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Ripple Carry Adder &amp; Propagation Delay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63A9459-20A7-F1BF-1EC2-DCF1968E0D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1675" y="1042683"/>
            <a:ext cx="5145271" cy="3424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9B641CC-FCE1-BB34-93EE-3B87293FE819}"/>
              </a:ext>
            </a:extLst>
          </p:cNvPr>
          <p:cNvSpPr txBox="1"/>
          <p:nvPr/>
        </p:nvSpPr>
        <p:spPr>
          <a:xfrm>
            <a:off x="414669" y="320380"/>
            <a:ext cx="76979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 Addition via Carry Lookahead Logic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FEB329D-C4F8-4214-06CB-23318A703D46}"/>
                  </a:ext>
                </a:extLst>
              </p:cNvPr>
              <p:cNvSpPr txBox="1"/>
              <p:nvPr/>
            </p:nvSpPr>
            <p:spPr>
              <a:xfrm>
                <a:off x="414669" y="986918"/>
                <a:ext cx="6103088" cy="5444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Carry Lookahead Principle:</a:t>
                </a:r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Eliminates ripple delay by calculating all carry signals simultaneously in parallel.</a:t>
                </a:r>
              </a:p>
              <a:p>
                <a:pPr marL="0" marR="0" lvl="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Functions:</a:t>
                </a:r>
                <a:endParaRPr lang="en-US" dirty="0">
                  <a:solidFill>
                    <a:schemeClr val="bg2">
                      <a:lumMod val="10000"/>
                    </a:schemeClr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1">
                  <a:lnSpc>
                    <a:spcPct val="150000"/>
                  </a:lnSpc>
                </a:pPr>
                <a:r>
                  <a:rPr lang="en-US" b="1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Carry Generate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(produces a carry output directly</a:t>
                </a:r>
                <a:endParaRPr lang="en-US" i="1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1">
                  <a:lnSpc>
                    <a:spcPct val="150000"/>
                  </a:lnSpc>
                </a:pPr>
                <a:r>
                  <a:rPr lang="en-US" b="1" i="1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r>
                  <a:rPr lang="en-US" b="1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Carry Propagate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(propagates an incoming carry)</a:t>
                </a:r>
                <a:endParaRPr lang="en-US" dirty="0">
                  <a:solidFill>
                    <a:schemeClr val="bg2">
                      <a:lumMod val="10000"/>
                    </a:schemeClr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Parallel Carry Equations:</a:t>
                </a:r>
                <a:endParaRPr lang="en-US" dirty="0">
                  <a:solidFill>
                    <a:schemeClr val="bg2">
                      <a:lumMod val="10000"/>
                    </a:schemeClr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Performance Impact:</a:t>
                </a:r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Reduces carry generation time down to just </a:t>
                </a:r>
                <a:r>
                  <a:rPr lang="en-US" b="1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gate delays</a:t>
                </a:r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across all bits regardless of adder length.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FEB329D-C4F8-4214-06CB-23318A703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69" y="986918"/>
                <a:ext cx="6103088" cy="5444054"/>
              </a:xfrm>
              <a:prstGeom prst="rect">
                <a:avLst/>
              </a:prstGeom>
              <a:blipFill>
                <a:blip r:embed="rId3"/>
                <a:stretch>
                  <a:fillRect l="-799" r="-799" b="-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14851569-62B9-2FEC-D68B-6A36E2781D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1059" y="1171520"/>
            <a:ext cx="4921966" cy="354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5E2A347-51DE-7C35-A7B1-B37970985C6D}"/>
              </a:ext>
            </a:extLst>
          </p:cNvPr>
          <p:cNvSpPr txBox="1"/>
          <p:nvPr/>
        </p:nvSpPr>
        <p:spPr>
          <a:xfrm>
            <a:off x="337583" y="74726"/>
            <a:ext cx="6105748" cy="2858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Binary Subtractor?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subtractor is a combinational circuit that performs binary subtraction, generating two primary outputs: Difference (D) and Borrow (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B_o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A borrow is triggered when the subtrahend bit exceeds the minuend bit (e.g., 0 - 1 requires a borrow of 1 from the next higher position).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7EC1C7-0A32-169D-C523-85AB8DCC1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776" y="720191"/>
            <a:ext cx="5209952" cy="22132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A25056-117A-F78A-60B5-5878D66305D5}"/>
              </a:ext>
            </a:extLst>
          </p:cNvPr>
          <p:cNvSpPr txBox="1"/>
          <p:nvPr/>
        </p:nvSpPr>
        <p:spPr>
          <a:xfrm>
            <a:off x="262272" y="3548451"/>
            <a:ext cx="6627626" cy="1658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Half Subtractor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 (D) 0 1 1 0 Borrow (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B_o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0 1 0 0 A Half Subtractor handles subtraction for two 1-bit numbers: minuend A and subtrahend B, without taking an incoming borrow from a previous stage.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B91773D-D0C4-45E2-F2EA-B26B7FF5C8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1505" y="3648909"/>
            <a:ext cx="5118223" cy="233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4C25A6F-5874-3582-9AB9-92E4720C3019}"/>
              </a:ext>
            </a:extLst>
          </p:cNvPr>
          <p:cNvSpPr txBox="1"/>
          <p:nvPr/>
        </p:nvSpPr>
        <p:spPr>
          <a:xfrm>
            <a:off x="348216" y="298287"/>
            <a:ext cx="1157088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Subtractor 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Full Subtractor processes three 1-bit values: A (minuend), B (subtrahend), and an incoming borrow B_{in}. It is critical for multi-bit subtraction where lower positions pass generated borrows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2F8423-8178-22F4-AF4E-898E3F499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68" y="1385033"/>
            <a:ext cx="10996122" cy="304131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3BFB529-CDB8-8AC2-3E60-6AE9F528DD72}"/>
              </a:ext>
            </a:extLst>
          </p:cNvPr>
          <p:cNvSpPr txBox="1"/>
          <p:nvPr/>
        </p:nvSpPr>
        <p:spPr>
          <a:xfrm>
            <a:off x="446567" y="4816848"/>
            <a:ext cx="10994065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Multi-Bit Binary Subtractor 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n-bit numbers, multiple Full Subtractors (FS) are cascaded. The borrow-out of one stage feeds directly as the borrow-in (B_{in}) of the next higher bit position, forming a ripple-borrow configuration from LSB to MSB. </a:t>
            </a:r>
          </a:p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Cascade Flow: FS_0 (LSB) → FS_1 → FS_2 → FS_3 (MSB)</a:t>
            </a:r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531987B-F86B-BFE1-D5A7-6D671C649E84}"/>
              </a:ext>
            </a:extLst>
          </p:cNvPr>
          <p:cNvSpPr txBox="1"/>
          <p:nvPr/>
        </p:nvSpPr>
        <p:spPr>
          <a:xfrm>
            <a:off x="667192" y="916393"/>
            <a:ext cx="11145579" cy="1796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Overflow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Overflow happens when an arithmetic result exceeds the representable range for a given fixed-width bit architecture. 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Unsigned Subtraction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Indicated by a final active borrow. Signifies that the minuend was strictly smaller than the subtrahend.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A55D5F-4207-0618-C559-EDE9F3623197}"/>
              </a:ext>
            </a:extLst>
          </p:cNvPr>
          <p:cNvSpPr txBox="1"/>
          <p:nvPr/>
        </p:nvSpPr>
        <p:spPr>
          <a:xfrm>
            <a:off x="667192" y="3612251"/>
            <a:ext cx="105926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Signed Two's-Complement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Overflow Occurs in subtraction (A - B) when operands have opposite signs and the result sign differs from operand A.</a:t>
            </a:r>
          </a:p>
        </p:txBody>
      </p:sp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EB4282D6-7E31-5102-0157-90BEE72FF3C3}"/>
              </a:ext>
            </a:extLst>
          </p:cNvPr>
          <p:cNvSpPr txBox="1"/>
          <p:nvPr/>
        </p:nvSpPr>
        <p:spPr>
          <a:xfrm>
            <a:off x="348216" y="237791"/>
            <a:ext cx="89552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MULTIPLEXER: THE DIGITAL SELECTOR</a:t>
            </a:r>
            <a:endParaRPr lang="en-US" sz="32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C1AFA9-6B86-F0E6-2595-B51A396D825C}"/>
              </a:ext>
            </a:extLst>
          </p:cNvPr>
          <p:cNvSpPr txBox="1"/>
          <p:nvPr/>
        </p:nvSpPr>
        <p:spPr>
          <a:xfrm>
            <a:off x="348216" y="877520"/>
            <a:ext cx="5747784" cy="105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b="1" kern="1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MULTIPLEXER (MUX)</a:t>
            </a:r>
            <a:endParaRPr lang="en-US" sz="2000" kern="1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kern="1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 Multiplexer is a combinational circuit that selects one input from multiple inputs and forwards it to a single output.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004342-4926-12F5-5005-63924F7DD6CB}"/>
              </a:ext>
            </a:extLst>
          </p:cNvPr>
          <p:cNvSpPr txBox="1"/>
          <p:nvPr/>
        </p:nvSpPr>
        <p:spPr>
          <a:xfrm>
            <a:off x="306571" y="2105561"/>
            <a:ext cx="5789429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b="1" kern="1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Think of MUX as a Digital Switch</a:t>
            </a:r>
            <a:endParaRPr lang="en-US" sz="1800" kern="1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I₀ ─────┐</a:t>
            </a: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I₁ ─────┤</a:t>
            </a: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I₂ ─────┤──►  MUX  ───► Y</a:t>
            </a: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I₃ ─────┘       ▲</a:t>
            </a: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solidFill>
                  <a:schemeClr val="bg2">
                    <a:lumMod val="10000"/>
                  </a:schemeClr>
                </a:solidFill>
                <a:effectLst/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                        │</a:t>
            </a: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solidFill>
                  <a:schemeClr val="bg2">
                    <a:lumMod val="10000"/>
                  </a:schemeClr>
                </a:solidFill>
                <a:effectLst/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                    Select Lines</a:t>
            </a:r>
            <a:endParaRPr lang="en-US" sz="1100" kern="100" dirty="0">
              <a:solidFill>
                <a:schemeClr val="bg2">
                  <a:lumMod val="10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68E007-E385-44F6-4D66-3E54D7F475E8}"/>
              </a:ext>
            </a:extLst>
          </p:cNvPr>
          <p:cNvSpPr txBox="1"/>
          <p:nvPr/>
        </p:nvSpPr>
        <p:spPr>
          <a:xfrm>
            <a:off x="348216" y="4662271"/>
            <a:ext cx="3288119" cy="2159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b="1" kern="1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2-to-1 MUX</a:t>
            </a:r>
            <a:endParaRPr lang="en-US" sz="1800" kern="1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 2:1 MUX contains:</a:t>
            </a: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 Data Inputs:</a:t>
            </a:r>
            <a:r>
              <a:rPr lang="en-US" sz="1800" kern="1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I₀, I₁ </a:t>
            </a: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 Select Line:</a:t>
            </a:r>
            <a:r>
              <a:rPr lang="en-US" sz="1800" kern="1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S </a:t>
            </a: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 Output:</a:t>
            </a:r>
            <a:r>
              <a:rPr lang="en-US" sz="1800" kern="1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Y </a:t>
            </a: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endParaRPr lang="en-US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3E7C75FD-8CA4-C22E-411B-64EB5E3624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588188"/>
              </p:ext>
            </p:extLst>
          </p:nvPr>
        </p:nvGraphicFramePr>
        <p:xfrm>
          <a:off x="6794204" y="1010158"/>
          <a:ext cx="5091225" cy="165716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697075">
                  <a:extLst>
                    <a:ext uri="{9D8B030D-6E8A-4147-A177-3AD203B41FA5}">
                      <a16:colId xmlns:a16="http://schemas.microsoft.com/office/drawing/2014/main" val="2782494279"/>
                    </a:ext>
                  </a:extLst>
                </a:gridCol>
                <a:gridCol w="1697075">
                  <a:extLst>
                    <a:ext uri="{9D8B030D-6E8A-4147-A177-3AD203B41FA5}">
                      <a16:colId xmlns:a16="http://schemas.microsoft.com/office/drawing/2014/main" val="164211020"/>
                    </a:ext>
                  </a:extLst>
                </a:gridCol>
                <a:gridCol w="1697075">
                  <a:extLst>
                    <a:ext uri="{9D8B030D-6E8A-4147-A177-3AD203B41FA5}">
                      <a16:colId xmlns:a16="http://schemas.microsoft.com/office/drawing/2014/main" val="987677973"/>
                    </a:ext>
                  </a:extLst>
                </a:gridCol>
              </a:tblGrid>
              <a:tr h="53821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 S</a:t>
                      </a:r>
                      <a:endParaRPr lang="en-US" sz="1800" b="1" kern="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 Input</a:t>
                      </a:r>
                      <a:endParaRPr lang="en-US" sz="1800" b="1" kern="10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  <a:endParaRPr lang="en-US" sz="1800" b="1" kern="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10325421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b="1" kern="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I₀</a:t>
                      </a:r>
                      <a:endParaRPr lang="en-US" sz="1800" b="1" kern="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 = I₀</a:t>
                      </a:r>
                      <a:endParaRPr lang="en-US" sz="1800" b="1" kern="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05576508"/>
                  </a:ext>
                </a:extLst>
              </a:tr>
              <a:tr h="5807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b="1" kern="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I₁</a:t>
                      </a:r>
                      <a:endParaRPr lang="en-US" sz="1800" b="1" kern="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 = I₁</a:t>
                      </a:r>
                      <a:endParaRPr lang="en-US" sz="1800" b="1" kern="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1689248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A080FD9-1623-5BB0-F84B-91C6FD2F5612}"/>
                  </a:ext>
                </a:extLst>
              </p:cNvPr>
              <p:cNvSpPr txBox="1"/>
              <p:nvPr/>
            </p:nvSpPr>
            <p:spPr>
              <a:xfrm>
                <a:off x="6669272" y="4198193"/>
                <a:ext cx="5216157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chemeClr val="bg2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 Does It Work?</a:t>
                </a:r>
              </a:p>
              <a:p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When:</a:t>
                </a:r>
              </a:p>
              <a:p>
                <a:r>
                  <a:rPr lang="en-US" b="1" dirty="0">
                    <a:solidFill>
                      <a:schemeClr val="bg2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= 0</a:t>
                </a:r>
                <a:endParaRPr lang="en-US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When:</a:t>
                </a:r>
              </a:p>
              <a:p>
                <a:r>
                  <a:rPr lang="en-US" b="1" dirty="0">
                    <a:solidFill>
                      <a:schemeClr val="bg2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= 1</a:t>
                </a:r>
                <a:endParaRPr lang="en-US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A080FD9-1623-5BB0-F84B-91C6FD2F5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9272" y="4198193"/>
                <a:ext cx="5216157" cy="2031325"/>
              </a:xfrm>
              <a:prstGeom prst="rect">
                <a:avLst/>
              </a:prstGeom>
              <a:blipFill>
                <a:blip r:embed="rId3"/>
                <a:stretch>
                  <a:fillRect l="-935" t="-18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8DEA431-1725-7B96-09AF-80A8C72B9F9B}"/>
                  </a:ext>
                </a:extLst>
              </p:cNvPr>
              <p:cNvSpPr txBox="1"/>
              <p:nvPr/>
            </p:nvSpPr>
            <p:spPr>
              <a:xfrm>
                <a:off x="6602818" y="2950392"/>
                <a:ext cx="5510323" cy="8595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b="1" kern="100" dirty="0">
                    <a:effectLst/>
                    <a:latin typeface="+mn-lt"/>
                    <a:ea typeface="Aptos" panose="020B0004020202020204" pitchFamily="34" charset="0"/>
                    <a:cs typeface="Arial" panose="020B0604020202020204" pitchFamily="34" charset="0"/>
                  </a:rPr>
                  <a:t>  </a:t>
                </a:r>
                <a:r>
                  <a:rPr lang="en-US" sz="1800" b="1" kern="100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Boolean Expression</a:t>
                </a:r>
                <a:endParaRPr lang="en-US" sz="1800" kern="100" dirty="0">
                  <a:solidFill>
                    <a:schemeClr val="bg2">
                      <a:lumMod val="10000"/>
                    </a:schemeClr>
                  </a:solidFill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US" sz="18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borderBoxPr>
                        <m:e>
                          <m:r>
                            <a:rPr lang="en-US" sz="18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𝑌</m:t>
                          </m:r>
                          <m:r>
                            <a:rPr lang="en-US" sz="18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=</m:t>
                          </m:r>
                          <m:groupChr>
                            <m:groupChrPr>
                              <m:chr m:val="‾"/>
                              <m:pos m:val="top"/>
                              <m:vertJc m:val="bot"/>
                              <m:ctrlPr>
                                <a:rPr lang="en-US" sz="18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groupChrPr>
                            <m:e>
                              <m:r>
                                <a:rPr lang="en-US" sz="18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𝑆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18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8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n-US" sz="18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</m:e>
                      </m:borderBox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8DEA431-1725-7B96-09AF-80A8C72B9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2818" y="2950392"/>
                <a:ext cx="5510323" cy="859531"/>
              </a:xfrm>
              <a:prstGeom prst="rect">
                <a:avLst/>
              </a:prstGeom>
              <a:blipFill>
                <a:blip r:embed="rId4"/>
                <a:stretch>
                  <a:fillRect t="-4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BC5A9A0-3047-3A66-9E18-24F95342548F}"/>
                  </a:ext>
                </a:extLst>
              </p:cNvPr>
              <p:cNvSpPr txBox="1"/>
              <p:nvPr/>
            </p:nvSpPr>
            <p:spPr>
              <a:xfrm>
                <a:off x="889158" y="877558"/>
                <a:ext cx="6943931" cy="39234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2000" b="1" kern="100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Simple Example</a:t>
                </a:r>
                <a:endParaRPr lang="en-US" sz="2000" kern="100" dirty="0">
                  <a:solidFill>
                    <a:schemeClr val="bg2">
                      <a:lumMod val="10000"/>
                    </a:schemeClr>
                  </a:solidFill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If:</a:t>
                </a:r>
              </a:p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I₀ = 1</a:t>
                </a:r>
                <a:br>
                  <a:rPr lang="en-US" sz="1800" kern="100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:r>
                  <a:rPr lang="en-US" sz="1800" kern="100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I₁ = 0</a:t>
                </a:r>
                <a:br>
                  <a:rPr lang="en-US" sz="1800" kern="100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:r>
                  <a:rPr lang="en-US" sz="1800" kern="100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 = 0</a:t>
                </a:r>
              </a:p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Then:</a:t>
                </a:r>
              </a:p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US" sz="1800" i="1" kern="10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borderBoxPr>
                        <m:e>
                          <m:r>
                            <a:rPr lang="en-US" sz="1800" i="1" kern="10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𝑌</m:t>
                          </m:r>
                          <m:r>
                            <a:rPr lang="en-US" sz="1800" i="1" kern="10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=1</m:t>
                          </m:r>
                        </m:e>
                      </m:borderBox>
                    </m:oMath>
                  </m:oMathPara>
                </a14:m>
                <a:endParaRPr lang="en-US" sz="1800" kern="100" dirty="0">
                  <a:solidFill>
                    <a:schemeClr val="bg2">
                      <a:lumMod val="10000"/>
                    </a:schemeClr>
                  </a:solidFill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 MUX passes </a:t>
                </a:r>
                <a:r>
                  <a:rPr lang="en-US" sz="1800" b="1" kern="100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I₀</a:t>
                </a:r>
                <a:r>
                  <a:rPr lang="en-US" sz="1800" kern="100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to the output.</a:t>
                </a:r>
              </a:p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b="1" kern="100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KEY IDEA</a:t>
                </a:r>
                <a:endParaRPr lang="en-US" sz="1800" kern="100" dirty="0">
                  <a:solidFill>
                    <a:schemeClr val="bg2">
                      <a:lumMod val="10000"/>
                    </a:schemeClr>
                  </a:solidFill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b="1" kern="100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 MUX does not process all inputs at once — it selects which input gets access to the output.</a:t>
                </a:r>
                <a:endParaRPr lang="en-US" sz="1100" kern="100" dirty="0">
                  <a:solidFill>
                    <a:schemeClr val="bg2">
                      <a:lumMod val="10000"/>
                    </a:schemeClr>
                  </a:solidFill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BC5A9A0-3047-3A66-9E18-24F9534254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158" y="877558"/>
                <a:ext cx="6943931" cy="3923446"/>
              </a:xfrm>
              <a:prstGeom prst="rect">
                <a:avLst/>
              </a:prstGeom>
              <a:blipFill>
                <a:blip r:embed="rId2"/>
                <a:stretch>
                  <a:fillRect l="-966" t="-932" b="-15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7809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3BC5E855-EAA1-89ED-A131-48E4B9F64294}"/>
              </a:ext>
            </a:extLst>
          </p:cNvPr>
          <p:cNvSpPr txBox="1"/>
          <p:nvPr/>
        </p:nvSpPr>
        <p:spPr>
          <a:xfrm>
            <a:off x="539602" y="486409"/>
            <a:ext cx="6097772" cy="1994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kern="1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MUX EXPANSION</a:t>
            </a:r>
            <a:endParaRPr lang="en-US" sz="3200" kern="1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b="1" kern="1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Building a Larger MUX from Smaller MUXs</a:t>
            </a:r>
            <a:endParaRPr lang="en-US" sz="1800" kern="1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kern="1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 larger MUX can be constructed by </a:t>
            </a:r>
            <a:r>
              <a:rPr lang="en-US" sz="1800" b="1" kern="1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combining smaller MUXs</a:t>
            </a: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  <a:endParaRPr lang="en-US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AB635A-4E43-44FD-D6FD-BB49D2D3AB2E}"/>
              </a:ext>
            </a:extLst>
          </p:cNvPr>
          <p:cNvSpPr txBox="1"/>
          <p:nvPr/>
        </p:nvSpPr>
        <p:spPr>
          <a:xfrm>
            <a:off x="425303" y="2630863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kern="1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4-to-1 MUX using Three 2-to-1 MUXs</a:t>
            </a:r>
            <a:endParaRPr lang="en-US" sz="1100" kern="1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7347E46-6BB6-86FF-CB93-0BAE86601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601" y="3299422"/>
            <a:ext cx="4584405" cy="307216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7A3E684-A9A7-CFE6-3040-C5D2FF16ED1B}"/>
              </a:ext>
            </a:extLst>
          </p:cNvPr>
          <p:cNvSpPr txBox="1"/>
          <p:nvPr/>
        </p:nvSpPr>
        <p:spPr>
          <a:xfrm>
            <a:off x="7067994" y="578754"/>
            <a:ext cx="4393904" cy="378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b="1" kern="1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MUX Selection</a:t>
            </a:r>
            <a:endParaRPr lang="en-US" sz="1100" kern="1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CE2D784-FF66-404A-30A7-DD62DD4624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671227"/>
              </p:ext>
            </p:extLst>
          </p:nvPr>
        </p:nvGraphicFramePr>
        <p:xfrm>
          <a:off x="7208874" y="1043805"/>
          <a:ext cx="4625163" cy="208217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541721">
                  <a:extLst>
                    <a:ext uri="{9D8B030D-6E8A-4147-A177-3AD203B41FA5}">
                      <a16:colId xmlns:a16="http://schemas.microsoft.com/office/drawing/2014/main" val="1349936499"/>
                    </a:ext>
                  </a:extLst>
                </a:gridCol>
                <a:gridCol w="1541721">
                  <a:extLst>
                    <a:ext uri="{9D8B030D-6E8A-4147-A177-3AD203B41FA5}">
                      <a16:colId xmlns:a16="http://schemas.microsoft.com/office/drawing/2014/main" val="2955526047"/>
                    </a:ext>
                  </a:extLst>
                </a:gridCol>
                <a:gridCol w="1541721">
                  <a:extLst>
                    <a:ext uri="{9D8B030D-6E8A-4147-A177-3AD203B41FA5}">
                      <a16:colId xmlns:a16="http://schemas.microsoft.com/office/drawing/2014/main" val="1207732253"/>
                    </a:ext>
                  </a:extLst>
                </a:gridCol>
              </a:tblGrid>
              <a:tr h="41643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S₁</a:t>
                      </a:r>
                      <a:endParaRPr lang="en-US" sz="1800" b="1" kern="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S₀</a:t>
                      </a:r>
                      <a:endParaRPr lang="en-US" sz="1800" b="1" kern="10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Selected Input</a:t>
                      </a:r>
                      <a:endParaRPr lang="en-US" sz="1800" b="1" kern="10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9693070"/>
                  </a:ext>
                </a:extLst>
              </a:tr>
              <a:tr h="41643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0</a:t>
                      </a:r>
                      <a:endParaRPr lang="en-US" sz="1800" b="1" kern="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0</a:t>
                      </a:r>
                      <a:endParaRPr lang="en-US" sz="1800" b="1" kern="10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I₀</a:t>
                      </a:r>
                      <a:endParaRPr lang="en-US" sz="1800" b="1" kern="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22646003"/>
                  </a:ext>
                </a:extLst>
              </a:tr>
              <a:tr h="41643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0</a:t>
                      </a:r>
                      <a:endParaRPr lang="en-US" sz="1800" b="1" kern="10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1</a:t>
                      </a:r>
                      <a:endParaRPr lang="en-US" sz="1800" b="1" kern="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I₁</a:t>
                      </a:r>
                      <a:endParaRPr lang="en-US" sz="1800" b="1" kern="10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51009478"/>
                  </a:ext>
                </a:extLst>
              </a:tr>
              <a:tr h="41643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1</a:t>
                      </a:r>
                      <a:endParaRPr lang="en-US" sz="1800" b="1" kern="10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0</a:t>
                      </a:r>
                      <a:endParaRPr lang="en-US" sz="1800" b="1" kern="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I₂</a:t>
                      </a:r>
                      <a:endParaRPr lang="en-US" sz="1800" b="1" kern="10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93811800"/>
                  </a:ext>
                </a:extLst>
              </a:tr>
              <a:tr h="41643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1</a:t>
                      </a:r>
                      <a:endParaRPr lang="en-US" sz="1800" b="1" kern="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1</a:t>
                      </a:r>
                      <a:endParaRPr lang="en-US" sz="1800" b="1" kern="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I₃</a:t>
                      </a:r>
                      <a:endParaRPr lang="en-US" sz="1800" b="1" kern="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1885170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7A13469-05C8-6F7A-E6F4-0C04AC52CE43}"/>
                  </a:ext>
                </a:extLst>
              </p:cNvPr>
              <p:cNvSpPr txBox="1"/>
              <p:nvPr/>
            </p:nvSpPr>
            <p:spPr>
              <a:xfrm>
                <a:off x="7067994" y="3299422"/>
                <a:ext cx="5139068" cy="32489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b="1" kern="100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How Expansion Works</a:t>
                </a:r>
                <a:endParaRPr lang="en-US" sz="1800" kern="100" dirty="0">
                  <a:solidFill>
                    <a:schemeClr val="bg2">
                      <a:lumMod val="10000"/>
                    </a:schemeClr>
                  </a:solidFill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b="1" kern="100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Stage 1:</a:t>
                </a:r>
                <a:br>
                  <a:rPr lang="en-US" sz="1800" kern="100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:r>
                  <a:rPr lang="en-US" sz="1800" kern="100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S₀ selects between:</a:t>
                </a:r>
              </a:p>
              <a:p>
                <a:pPr marR="0" lvl="0">
                  <a:lnSpc>
                    <a:spcPct val="100000"/>
                  </a:lnSpc>
                  <a:spcAft>
                    <a:spcPts val="800"/>
                  </a:spcAft>
                  <a:buSzPts val="1000"/>
                  <a:tabLst>
                    <a:tab pos="457200" algn="l"/>
                  </a:tabLst>
                </a:pPr>
                <a:r>
                  <a:rPr lang="en-US" sz="1800" kern="100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I₀ / I₁         I₂ / I₃ </a:t>
                </a:r>
              </a:p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b="1" kern="100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Stage 2:</a:t>
                </a:r>
                <a:br>
                  <a:rPr lang="en-US" sz="1800" kern="100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:r>
                  <a:rPr lang="en-US" sz="1800" kern="100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S₁ selects </a:t>
                </a:r>
                <a:r>
                  <a:rPr lang="en-US" sz="1800" b="1" kern="100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one of those two results</a:t>
                </a:r>
                <a:r>
                  <a:rPr lang="en-US" sz="1800" kern="100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Therefore, </a:t>
                </a:r>
                <a:r>
                  <a:rPr lang="en-US" sz="1800" b="1" kern="100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4 inputs → 1 output</a:t>
                </a:r>
                <a:r>
                  <a:rPr lang="en-US" sz="1800" kern="100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b="1" kern="100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General Relationship</a:t>
                </a:r>
                <a:endParaRPr lang="en-US" sz="1800" kern="100" dirty="0">
                  <a:solidFill>
                    <a:schemeClr val="bg2">
                      <a:lumMod val="10000"/>
                    </a:schemeClr>
                  </a:solidFill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 a MUX has </a:t>
                </a:r>
                <a:r>
                  <a:rPr lang="en-US" sz="1800" b="1" kern="100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 select lines</a:t>
                </a:r>
                <a:r>
                  <a:rPr lang="en-US" sz="1800" kern="100" dirty="0">
                    <a:solidFill>
                      <a:schemeClr val="bg2">
                        <a:lumMod val="10000"/>
                      </a:schemeClr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   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en-US" sz="1800" i="1" kern="100"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borderBoxPr>
                      <m:e>
                        <m:sSup>
                          <m:sSupPr>
                            <m:ctrlPr>
                              <a:rPr lang="en-US" sz="1800" i="1" kern="10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1800" i="1" kern="10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1800" i="1" kern="10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𝑛</m:t>
                            </m:r>
                          </m:sup>
                        </m:sSup>
                      </m:e>
                    </m:borderBox>
                  </m:oMath>
                </a14:m>
                <a:endParaRPr lang="en-US" sz="11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7A13469-05C8-6F7A-E6F4-0C04AC52C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7994" y="3299422"/>
                <a:ext cx="5139068" cy="3248903"/>
              </a:xfrm>
              <a:prstGeom prst="rect">
                <a:avLst/>
              </a:prstGeom>
              <a:blipFill>
                <a:blip r:embed="rId4"/>
                <a:stretch>
                  <a:fillRect l="-949" t="-938" b="-1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2147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3F757E6-B67B-7C0E-881C-8CFEC36C21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325529"/>
              </p:ext>
            </p:extLst>
          </p:nvPr>
        </p:nvGraphicFramePr>
        <p:xfrm>
          <a:off x="910856" y="1120475"/>
          <a:ext cx="8020494" cy="2308525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4010247">
                  <a:extLst>
                    <a:ext uri="{9D8B030D-6E8A-4147-A177-3AD203B41FA5}">
                      <a16:colId xmlns:a16="http://schemas.microsoft.com/office/drawing/2014/main" val="3388166940"/>
                    </a:ext>
                  </a:extLst>
                </a:gridCol>
                <a:gridCol w="4010247">
                  <a:extLst>
                    <a:ext uri="{9D8B030D-6E8A-4147-A177-3AD203B41FA5}">
                      <a16:colId xmlns:a16="http://schemas.microsoft.com/office/drawing/2014/main" val="496095675"/>
                    </a:ext>
                  </a:extLst>
                </a:gridCol>
              </a:tblGrid>
              <a:tr h="46170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 Lines</a:t>
                      </a:r>
                      <a:endParaRPr lang="en-US" sz="1800" b="1" kern="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Inputs</a:t>
                      </a:r>
                      <a:endParaRPr lang="en-US" sz="1800" b="1" kern="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59495202"/>
                  </a:ext>
                </a:extLst>
              </a:tr>
              <a:tr h="46170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b="1" kern="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800" b="1" kern="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47154337"/>
                  </a:ext>
                </a:extLst>
              </a:tr>
              <a:tr h="46170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800" b="1" kern="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800" b="1" kern="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84752649"/>
                  </a:ext>
                </a:extLst>
              </a:tr>
              <a:tr h="46170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800" b="1" kern="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1800" b="1" kern="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21983049"/>
                  </a:ext>
                </a:extLst>
              </a:tr>
              <a:tr h="46170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800" b="1" kern="10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US" sz="1800" b="1" kern="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5041287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18C5015-447F-09D7-A602-601984679311}"/>
              </a:ext>
            </a:extLst>
          </p:cNvPr>
          <p:cNvSpPr txBox="1"/>
          <p:nvPr/>
        </p:nvSpPr>
        <p:spPr>
          <a:xfrm>
            <a:off x="836428" y="427795"/>
            <a:ext cx="60977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Examples: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DFFCEA-EF37-42F6-AC35-D3AB9F54655E}"/>
              </a:ext>
            </a:extLst>
          </p:cNvPr>
          <p:cNvSpPr txBox="1"/>
          <p:nvPr/>
        </p:nvSpPr>
        <p:spPr>
          <a:xfrm>
            <a:off x="836428" y="4167010"/>
            <a:ext cx="6097772" cy="1025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b="1" kern="1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KEY TAKEAWAY</a:t>
            </a:r>
            <a:endParaRPr lang="en-US" sz="1800" kern="1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b="1" kern="1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MUX Expansion allows us to build large selection circuits using smaller MUXs.</a:t>
            </a:r>
            <a:endParaRPr lang="en-US" sz="1800" kern="1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4996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65C77-95D2-9B44-C410-DC99738E6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62D25D0-6B0B-95ED-23F4-D970808A98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286738"/>
              </p:ext>
            </p:extLst>
          </p:nvPr>
        </p:nvGraphicFramePr>
        <p:xfrm>
          <a:off x="2975344" y="4893714"/>
          <a:ext cx="6241311" cy="154853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2080437">
                  <a:extLst>
                    <a:ext uri="{9D8B030D-6E8A-4147-A177-3AD203B41FA5}">
                      <a16:colId xmlns:a16="http://schemas.microsoft.com/office/drawing/2014/main" val="60540957"/>
                    </a:ext>
                  </a:extLst>
                </a:gridCol>
                <a:gridCol w="2080437">
                  <a:extLst>
                    <a:ext uri="{9D8B030D-6E8A-4147-A177-3AD203B41FA5}">
                      <a16:colId xmlns:a16="http://schemas.microsoft.com/office/drawing/2014/main" val="3648148689"/>
                    </a:ext>
                  </a:extLst>
                </a:gridCol>
                <a:gridCol w="2080437">
                  <a:extLst>
                    <a:ext uri="{9D8B030D-6E8A-4147-A177-3AD203B41FA5}">
                      <a16:colId xmlns:a16="http://schemas.microsoft.com/office/drawing/2014/main" val="861577842"/>
                    </a:ext>
                  </a:extLst>
                </a:gridCol>
              </a:tblGrid>
              <a:tr h="30970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S₁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S₀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 Input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58511154"/>
                  </a:ext>
                </a:extLst>
              </a:tr>
              <a:tr h="30970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I₀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22081598"/>
                  </a:ext>
                </a:extLst>
              </a:tr>
              <a:tr h="30970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I₁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25766007"/>
                  </a:ext>
                </a:extLst>
              </a:tr>
              <a:tr h="30970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I₂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50257673"/>
                  </a:ext>
                </a:extLst>
              </a:tr>
              <a:tr h="30970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I₃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084843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E4A6068-E7BE-72D4-CEF2-7A7BDBD24B7B}"/>
              </a:ext>
            </a:extLst>
          </p:cNvPr>
          <p:cNvSpPr txBox="1"/>
          <p:nvPr/>
        </p:nvSpPr>
        <p:spPr>
          <a:xfrm>
            <a:off x="475806" y="171799"/>
            <a:ext cx="11081783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kern="18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MUX (Multiplexer) Logic</a:t>
            </a:r>
            <a:endParaRPr lang="en-US" sz="3200" b="1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Multiplexer (MUX)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a digital circuit that selects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 input from multiple inputs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sends it to a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single output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does MUX work?</a:t>
            </a:r>
            <a:endParaRPr lang="en-US" sz="20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MUX has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multiple data inputs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has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lines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that decide which input will be selected.</a:t>
            </a:r>
            <a:endParaRPr lang="en-US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Only the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selected input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appears at the output.</a:t>
            </a:r>
            <a:endParaRPr lang="en-US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Therefore, a MUX is also called a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Selector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 4-to-1 MUX</a:t>
            </a:r>
            <a:endParaRPr lang="en-US" sz="20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 Inputs: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I₀, I₁, I₂, I₃</a:t>
            </a:r>
            <a:br>
              <a:rPr lang="en-US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Select Lines: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S₀, S₁</a:t>
            </a:r>
            <a:br>
              <a:rPr lang="en-US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Output: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endParaRPr lang="en-US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 Idea:    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Many Inputs → MUX → One Output</a:t>
            </a:r>
            <a:endParaRPr lang="en-US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483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3CDEB-04F6-083D-FDEB-569AAE254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9F1000D-BBB2-058F-B33E-47EB038287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074505"/>
              </p:ext>
            </p:extLst>
          </p:nvPr>
        </p:nvGraphicFramePr>
        <p:xfrm>
          <a:off x="7538483" y="3178166"/>
          <a:ext cx="4286694" cy="1171894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2143347">
                  <a:extLst>
                    <a:ext uri="{9D8B030D-6E8A-4147-A177-3AD203B41FA5}">
                      <a16:colId xmlns:a16="http://schemas.microsoft.com/office/drawing/2014/main" val="3983163003"/>
                    </a:ext>
                  </a:extLst>
                </a:gridCol>
                <a:gridCol w="2143347">
                  <a:extLst>
                    <a:ext uri="{9D8B030D-6E8A-4147-A177-3AD203B41FA5}">
                      <a16:colId xmlns:a16="http://schemas.microsoft.com/office/drawing/2014/main" val="3291953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</a:t>
                      </a:r>
                      <a:endParaRPr lang="en-US" sz="1800" b="1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  <a:endParaRPr lang="en-US" sz="1800" b="1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47621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b="1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is passed to output</a:t>
                      </a:r>
                      <a:endParaRPr lang="en-US" sz="1800" b="1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53056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b="1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 becomes Z</a:t>
                      </a:r>
                      <a:endParaRPr lang="en-US" sz="1800" b="1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7635203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46AC8A7-D53F-36C9-E7CA-E18FC40DBA5C}"/>
              </a:ext>
            </a:extLst>
          </p:cNvPr>
          <p:cNvSpPr txBox="1"/>
          <p:nvPr/>
        </p:nvSpPr>
        <p:spPr>
          <a:xfrm>
            <a:off x="285987" y="106702"/>
            <a:ext cx="9166357" cy="7314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kern="18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Tri-State Logic</a:t>
            </a:r>
            <a:endParaRPr lang="en-US" sz="32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8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Tri-State device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a digital circuit that can produce </a:t>
            </a:r>
            <a:r>
              <a:rPr lang="en-US" sz="18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three possible states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 → LOW</a:t>
            </a:r>
            <a:endParaRPr lang="en-US" sz="18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→ HIGH</a:t>
            </a:r>
            <a:endParaRPr lang="en-US" sz="18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 → High Impedance</a:t>
            </a:r>
            <a:endParaRPr lang="en-US" sz="18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High Impedance (Z)?</a:t>
            </a:r>
            <a:endParaRPr lang="en-US" sz="20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 impedance means the output is </a:t>
            </a:r>
            <a:r>
              <a:rPr lang="en-US" sz="18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electrically disconnected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from the circuit.</a:t>
            </a:r>
            <a:endParaRPr lang="en-US" sz="18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is like the device is saying:</a:t>
            </a:r>
            <a:endParaRPr lang="en-US" sz="18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“I am not sending 0 or 1 right now.”</a:t>
            </a:r>
            <a:endParaRPr lang="en-US" sz="18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Enable Control</a:t>
            </a:r>
            <a:endParaRPr lang="en-US" sz="20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Tri-State buffer uses an </a:t>
            </a:r>
            <a:r>
              <a:rPr lang="en-US" sz="18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Enable (EN)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signal:</a:t>
            </a:r>
            <a:endParaRPr lang="en-US" sz="18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Why is it useful?</a:t>
            </a:r>
            <a:endParaRPr lang="en-US" sz="18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Tri-state logic allows </a:t>
            </a:r>
            <a:r>
              <a:rPr lang="en-US" sz="18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multiple devices to share the same communication line (bus)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without interfering with each other.</a:t>
            </a:r>
            <a:endParaRPr lang="en-US" sz="18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 Idea:</a:t>
            </a:r>
            <a:endParaRPr lang="en-US" sz="18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Enable ON → 0 or 1</a:t>
            </a:r>
            <a:endParaRPr lang="en-US" sz="18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Enable OFF → Z</a:t>
            </a:r>
            <a:endParaRPr lang="en-US" sz="18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b="1" kern="18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8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0179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6698" y="839972"/>
            <a:ext cx="5641848" cy="50292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{020F8349-16AE-4B66-8FD7-050CD2784269}TF1ed9553b-00c4-4092-846a-c8f7f2908f3beecd942f_win32-8e33096c3cfc</Template>
  <TotalTime>86</TotalTime>
  <Words>1332</Words>
  <Application>Microsoft Office PowerPoint</Application>
  <PresentationFormat>Widescreen</PresentationFormat>
  <Paragraphs>207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Aptos</vt:lpstr>
      <vt:lpstr>Arial</vt:lpstr>
      <vt:lpstr>Calibri</vt:lpstr>
      <vt:lpstr>Cambria Math</vt:lpstr>
      <vt:lpstr>Courier New</vt:lpstr>
      <vt:lpstr>Gill Sans Nova Light</vt:lpstr>
      <vt:lpstr>Sagona Book</vt:lpstr>
      <vt:lpstr>Symbol</vt:lpstr>
      <vt:lpstr>Times New Roman</vt:lpstr>
      <vt:lpstr>Custom</vt:lpstr>
      <vt:lpstr>Half &amp; Full Adder / MUX &amp; DEMUX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hadia jhamat</dc:creator>
  <cp:lastModifiedBy>FA25-BCS-167 (MUHAMMAD MUFFASER NAEEM)</cp:lastModifiedBy>
  <cp:revision>2</cp:revision>
  <dcterms:created xsi:type="dcterms:W3CDTF">2026-09-24T19:28:03Z</dcterms:created>
  <dcterms:modified xsi:type="dcterms:W3CDTF">2026-09-25T14:49:08Z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